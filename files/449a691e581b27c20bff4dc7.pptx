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4" r:id="rId9"/>
    <p:sldId id="263" r:id="rId10"/>
    <p:sldId id="268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4" r:id="rId32"/>
    <p:sldId id="287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5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7D5CA-C714-4A9F-AD9F-CD2B648D6C92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84569-99A0-450B-BE7C-5405EE864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51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84569-99A0-450B-BE7C-5405EE864FB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69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414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7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10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72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81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14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2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3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50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52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70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4540E-ADB2-4182-A52E-290EC2748DE7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65C2F-9C87-4042-81EA-2517A9DEED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77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1628800"/>
            <a:ext cx="6400800" cy="1752600"/>
          </a:xfrm>
        </p:spPr>
        <p:txBody>
          <a:bodyPr>
            <a:normAutofit/>
          </a:bodyPr>
          <a:lstStyle/>
          <a:p>
            <a:pPr fontAlgn="ctr"/>
            <a:r>
              <a:rPr lang="ru-RU" b="1" dirty="0" smtClean="0">
                <a:solidFill>
                  <a:schemeClr val="tx1"/>
                </a:solidFill>
              </a:rPr>
              <a:t>Инструкция </a:t>
            </a:r>
            <a:r>
              <a:rPr lang="ru-RU" b="1" dirty="0">
                <a:solidFill>
                  <a:schemeClr val="tx1"/>
                </a:solidFill>
              </a:rPr>
              <a:t>для </a:t>
            </a:r>
            <a:r>
              <a:rPr lang="ru-RU" b="1" dirty="0" err="1">
                <a:solidFill>
                  <a:schemeClr val="tx1"/>
                </a:solidFill>
              </a:rPr>
              <a:t>недизайнеров</a:t>
            </a:r>
            <a:r>
              <a:rPr lang="ru-RU" b="1" dirty="0">
                <a:solidFill>
                  <a:schemeClr val="tx1"/>
                </a:solidFill>
              </a:rPr>
              <a:t>: как правильно создать презентацию</a:t>
            </a:r>
          </a:p>
        </p:txBody>
      </p:sp>
    </p:spTree>
    <p:extLst>
      <p:ext uri="{BB962C8B-B14F-4D97-AF65-F5344CB8AC3E}">
        <p14:creationId xmlns:p14="http://schemas.microsoft.com/office/powerpoint/2010/main" val="15470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/>
              <a:t>Сформулируйте </a:t>
            </a:r>
            <a:r>
              <a:rPr lang="ru-RU" b="1" dirty="0" smtClean="0"/>
              <a:t>тему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1115616" y="1772816"/>
            <a:ext cx="7200799" cy="338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6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/>
              <a:t>Определите цель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1988840"/>
            <a:ext cx="6844863" cy="34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2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828" y="476672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b="1" dirty="0"/>
              <a:t>Продумайте сценарий</a:t>
            </a:r>
            <a:r>
              <a:rPr lang="ru-RU" b="1" dirty="0" smtClean="0"/>
              <a:t>:</a:t>
            </a:r>
            <a:br>
              <a:rPr lang="ru-RU" b="1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79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828" y="476672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b="1" dirty="0"/>
              <a:t>Продумайте </a:t>
            </a:r>
            <a:r>
              <a:rPr lang="ru-RU" b="1" dirty="0" smtClean="0"/>
              <a:t>сценарий:</a:t>
            </a:r>
            <a:br>
              <a:rPr lang="ru-RU" b="1" dirty="0" smtClean="0"/>
            </a:br>
            <a:r>
              <a:rPr lang="ru-RU" b="1" dirty="0" smtClean="0"/>
              <a:t>Ввести </a:t>
            </a:r>
            <a:r>
              <a:rPr lang="ru-RU" b="1" dirty="0"/>
              <a:t>в курс 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70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828" y="476672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b="1" dirty="0"/>
              <a:t>Продумайте </a:t>
            </a:r>
            <a:r>
              <a:rPr lang="ru-RU" b="1" dirty="0" smtClean="0"/>
              <a:t>сценарий:</a:t>
            </a:r>
            <a:br>
              <a:rPr lang="ru-RU" b="1" dirty="0" smtClean="0"/>
            </a:br>
            <a:r>
              <a:rPr lang="ru-RU" b="1" dirty="0" smtClean="0"/>
              <a:t>Ввести </a:t>
            </a:r>
            <a:r>
              <a:rPr lang="ru-RU" b="1" dirty="0"/>
              <a:t>в курс дела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83439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220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b="1" dirty="0"/>
              <a:t>Продумайте сценарий: Заинтриговать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 smtClean="0"/>
              <a:t>Продумайте сценарий: Польза</a:t>
            </a:r>
            <a:endParaRPr lang="ru-RU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59" y="1628800"/>
            <a:ext cx="83724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468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4790" y="26064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b="1" dirty="0" smtClean="0"/>
              <a:t>Продумайте сценарий: Интрига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28" y="1700808"/>
            <a:ext cx="839152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53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b="1" dirty="0" smtClean="0"/>
              <a:t>Продумайте сценарий: Тезис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0675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b="1" dirty="0"/>
              <a:t>Продумайте сценарий: Антитезис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69" y="1772816"/>
            <a:ext cx="6726138" cy="469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71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b="1" dirty="0"/>
              <a:t>Продумайте сценарий: Заключение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22" y="1700808"/>
            <a:ext cx="836295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281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Покажите примеры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30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Покажите примеры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268760"/>
            <a:ext cx="551794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434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Покажите примеры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4801542" cy="3070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748464"/>
            <a:ext cx="6333381" cy="394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35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 smtClean="0"/>
              <a:t>Чередуйте слайды</a:t>
            </a:r>
            <a:endParaRPr lang="ru-RU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26" y="2060848"/>
            <a:ext cx="8810625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890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Скажите, что делать дальше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95580"/>
            <a:ext cx="6280944" cy="52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34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Меньше цветов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85" y="1628800"/>
            <a:ext cx="7515225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188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Больше контраста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72816"/>
            <a:ext cx="838200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9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Меньше шрифтов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7249815" cy="462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42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Меньше шрифтов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4645905" cy="2965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203649"/>
            <a:ext cx="4945559" cy="316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664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9552" y="1700808"/>
            <a:ext cx="8064896" cy="4320480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Правило третей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2204864"/>
            <a:ext cx="8229600" cy="21888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600" dirty="0"/>
              <a:t>Разделите слайд на трети вдоль и поперек. </a:t>
            </a:r>
            <a:r>
              <a:rPr lang="ru-RU" sz="3600" dirty="0" smtClean="0"/>
              <a:t>Значимые </a:t>
            </a:r>
            <a:r>
              <a:rPr lang="ru-RU" sz="3600" dirty="0"/>
              <a:t>объекты располагайте на пересечениях. </a:t>
            </a:r>
            <a:r>
              <a:rPr lang="ru-RU" sz="3600" dirty="0" smtClean="0"/>
              <a:t>Значимые </a:t>
            </a:r>
            <a:r>
              <a:rPr lang="ru-RU" sz="3600" dirty="0"/>
              <a:t>объекты — это заголовки и </a:t>
            </a:r>
            <a:r>
              <a:rPr lang="ru-RU" sz="3600" dirty="0" smtClean="0"/>
              <a:t>иллюстрации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3785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Тексты короче</a:t>
            </a:r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556792"/>
            <a:ext cx="8277225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9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9552" y="1700808"/>
            <a:ext cx="8208912" cy="4464496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b="1" dirty="0"/>
              <a:t>Рассчитайте сколько слайдов должно быть в презентации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780928"/>
            <a:ext cx="8229600" cy="18288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Простое правило, которое можно взять за основу при создании презентаций — один слайд в минуту.</a:t>
            </a:r>
          </a:p>
        </p:txBody>
      </p:sp>
    </p:spTree>
    <p:extLst>
      <p:ext uri="{BB962C8B-B14F-4D97-AF65-F5344CB8AC3E}">
        <p14:creationId xmlns:p14="http://schemas.microsoft.com/office/powerpoint/2010/main" val="29033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9552" y="1700808"/>
            <a:ext cx="8208912" cy="4464496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Добавьте изображения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420888"/>
            <a:ext cx="8229600" cy="2764904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Фотографии и иконки помогают раскрыть содержание, но не должны его заменять. Если вы нашли красивую фотографию «в тему», которая не помогает раскрыть мысль, не используйте ее.</a:t>
            </a:r>
          </a:p>
        </p:txBody>
      </p:sp>
    </p:spTree>
    <p:extLst>
      <p:ext uri="{BB962C8B-B14F-4D97-AF65-F5344CB8AC3E}">
        <p14:creationId xmlns:p14="http://schemas.microsoft.com/office/powerpoint/2010/main" val="229891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9552" y="1700808"/>
            <a:ext cx="8208912" cy="4464496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/>
              <a:t>Подружите слайды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492896"/>
            <a:ext cx="8229600" cy="22608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 презентации все элементы должны дружить, то есть быть однотипными. Тогда она воспринимается легко, потому что оправдывает ожидания.</a:t>
            </a:r>
          </a:p>
        </p:txBody>
      </p:sp>
    </p:spTree>
    <p:extLst>
      <p:ext uri="{BB962C8B-B14F-4D97-AF65-F5344CB8AC3E}">
        <p14:creationId xmlns:p14="http://schemas.microsoft.com/office/powerpoint/2010/main" val="21587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Инструменты для создания эффективной презентации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772816"/>
            <a:ext cx="757237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73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Инструменты для создания эффективной презентации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19250"/>
            <a:ext cx="76200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067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Инструменты для создания эффективной презентации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809750"/>
            <a:ext cx="7610475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230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Инструменты для создания эффективной презентации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4075"/>
            <a:ext cx="74676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79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/>
              <a:t>Зачем делать </a:t>
            </a:r>
            <a:r>
              <a:rPr lang="ru-RU" b="1" dirty="0" smtClean="0"/>
              <a:t>презентации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630" y="1628800"/>
            <a:ext cx="5184576" cy="486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41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9552" y="1340768"/>
            <a:ext cx="8208912" cy="4464496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dirty="0"/>
              <a:t>Если завтра на </a:t>
            </a:r>
            <a:r>
              <a:rPr lang="ru-RU" b="1" dirty="0" smtClean="0"/>
              <a:t>сцену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2348880"/>
            <a:ext cx="8229600" cy="226084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Если завтра выступать или сдавать презентацию, а у вас есть только два пустых слайда, еще есть шанс успеть вовремя и хорошо выступить.</a:t>
            </a:r>
          </a:p>
        </p:txBody>
      </p:sp>
    </p:spTree>
    <p:extLst>
      <p:ext uri="{BB962C8B-B14F-4D97-AF65-F5344CB8AC3E}">
        <p14:creationId xmlns:p14="http://schemas.microsoft.com/office/powerpoint/2010/main" val="322258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129</Words>
  <Application>Microsoft Office PowerPoint</Application>
  <PresentationFormat>Экран (4:3)</PresentationFormat>
  <Paragraphs>38</Paragraphs>
  <Slides>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Тема Office</vt:lpstr>
      <vt:lpstr>Презентация PowerPoint</vt:lpstr>
      <vt:lpstr>Сформулируйте тему</vt:lpstr>
      <vt:lpstr>Определите цель</vt:lpstr>
      <vt:lpstr>Продумайте сценарий: </vt:lpstr>
      <vt:lpstr>Продумайте сценарий: Ввести в курс дела</vt:lpstr>
      <vt:lpstr>Продумайте сценарий: Ввести в курс дела</vt:lpstr>
      <vt:lpstr>Продумайте сценарий: Заинтриговать</vt:lpstr>
      <vt:lpstr>Продумайте сценарий: Польза</vt:lpstr>
      <vt:lpstr>Продумайте сценарий: Интрига</vt:lpstr>
      <vt:lpstr>Презентация PowerPoint</vt:lpstr>
      <vt:lpstr>Продумайте сценарий: Антитезис</vt:lpstr>
      <vt:lpstr>Продумайте сценарий: Заключение</vt:lpstr>
      <vt:lpstr>Покажите примеры</vt:lpstr>
      <vt:lpstr>Покажите примеры</vt:lpstr>
      <vt:lpstr>Покажите примеры</vt:lpstr>
      <vt:lpstr>Чередуйте слайды</vt:lpstr>
      <vt:lpstr>Скажите, что делать дальше</vt:lpstr>
      <vt:lpstr>Меньше цветов</vt:lpstr>
      <vt:lpstr>Больше контраста</vt:lpstr>
      <vt:lpstr>Меньше шрифтов</vt:lpstr>
      <vt:lpstr>Меньше шрифтов</vt:lpstr>
      <vt:lpstr>Правило третей</vt:lpstr>
      <vt:lpstr>Тексты короче</vt:lpstr>
      <vt:lpstr>Рассчитайте сколько слайдов должно быть в презентации</vt:lpstr>
      <vt:lpstr>Добавьте изображения</vt:lpstr>
      <vt:lpstr>Подружите слайды</vt:lpstr>
      <vt:lpstr>Инструменты для создания эффективной презентации </vt:lpstr>
      <vt:lpstr>Инструменты для создания эффективной презентации </vt:lpstr>
      <vt:lpstr>Инструменты для создания эффективной презентации </vt:lpstr>
      <vt:lpstr>Инструменты для создания эффективной презентации </vt:lpstr>
      <vt:lpstr>Зачем делать презентации</vt:lpstr>
      <vt:lpstr>Если завтра на сцену</vt:lpstr>
    </vt:vector>
  </TitlesOfParts>
  <Company>123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Кулемина Алёна Александровна</dc:creator>
  <cp:lastModifiedBy>Неупокоева Алёна Александровна</cp:lastModifiedBy>
  <cp:revision>5</cp:revision>
  <dcterms:created xsi:type="dcterms:W3CDTF">2024-11-29T08:57:10Z</dcterms:created>
  <dcterms:modified xsi:type="dcterms:W3CDTF">2025-11-28T09:31:04Z</dcterms:modified>
</cp:coreProperties>
</file>