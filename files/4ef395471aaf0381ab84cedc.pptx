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94" r:id="rId3"/>
    <p:sldId id="295" r:id="rId4"/>
    <p:sldId id="298" r:id="rId5"/>
    <p:sldId id="297" r:id="rId6"/>
    <p:sldId id="267" r:id="rId7"/>
    <p:sldId id="268" r:id="rId8"/>
    <p:sldId id="270" r:id="rId9"/>
    <p:sldId id="283" r:id="rId10"/>
    <p:sldId id="296" r:id="rId11"/>
    <p:sldId id="271" r:id="rId12"/>
    <p:sldId id="272" r:id="rId13"/>
    <p:sldId id="284" r:id="rId14"/>
    <p:sldId id="273" r:id="rId15"/>
    <p:sldId id="277" r:id="rId16"/>
    <p:sldId id="299" r:id="rId17"/>
    <p:sldId id="279" r:id="rId18"/>
    <p:sldId id="275" r:id="rId19"/>
    <p:sldId id="280" r:id="rId20"/>
    <p:sldId id="266" r:id="rId21"/>
    <p:sldId id="290" r:id="rId22"/>
    <p:sldId id="278" r:id="rId23"/>
    <p:sldId id="285" r:id="rId24"/>
    <p:sldId id="287" r:id="rId25"/>
    <p:sldId id="301" r:id="rId26"/>
    <p:sldId id="303" r:id="rId27"/>
    <p:sldId id="286" r:id="rId28"/>
    <p:sldId id="302" r:id="rId29"/>
    <p:sldId id="291" r:id="rId30"/>
  </p:sldIdLst>
  <p:sldSz cx="12168188" cy="6840538"/>
  <p:notesSz cx="6858000" cy="9144000"/>
  <p:defaultTextStyle>
    <a:defPPr>
      <a:defRPr lang="ru-RU"/>
    </a:defPPr>
    <a:lvl1pPr marL="0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1pPr>
    <a:lvl2pPr marL="456194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2pPr>
    <a:lvl3pPr marL="912388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3pPr>
    <a:lvl4pPr marL="1368582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4pPr>
    <a:lvl5pPr marL="1824777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5pPr>
    <a:lvl6pPr marL="2280971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6pPr>
    <a:lvl7pPr marL="2737165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7pPr>
    <a:lvl8pPr marL="3193359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8pPr>
    <a:lvl9pPr marL="3649553" algn="l" defTabSz="912388" rtl="0" eaLnBrk="1" latinLnBrk="0" hangingPunct="1">
      <a:defRPr sz="17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orient="horz" pos="748" userDrawn="1">
          <p15:clr>
            <a:srgbClr val="547EBF"/>
          </p15:clr>
        </p15:guide>
        <p15:guide id="3" orient="horz" pos="3742" userDrawn="1">
          <p15:clr>
            <a:srgbClr val="547EBF"/>
          </p15:clr>
        </p15:guide>
        <p15:guide id="4" orient="horz" pos="1021" userDrawn="1">
          <p15:clr>
            <a:srgbClr val="547EBF"/>
          </p15:clr>
        </p15:guide>
        <p15:guide id="5" orient="horz" pos="3629" userDrawn="1">
          <p15:clr>
            <a:srgbClr val="547EBF"/>
          </p15:clr>
        </p15:guide>
        <p15:guide id="6" pos="38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F6"/>
    <a:srgbClr val="006DF2"/>
    <a:srgbClr val="9F70AD"/>
    <a:srgbClr val="164194"/>
    <a:srgbClr val="6D7886"/>
    <a:srgbClr val="9460A4"/>
    <a:srgbClr val="858889"/>
    <a:srgbClr val="51C6EC"/>
    <a:srgbClr val="D9D9D9"/>
    <a:srgbClr val="952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016" autoAdjust="0"/>
  </p:normalViewPr>
  <p:slideViewPr>
    <p:cSldViewPr snapToGrid="0" snapToObjects="1">
      <p:cViewPr>
        <p:scale>
          <a:sx n="75" d="100"/>
          <a:sy n="75" d="100"/>
        </p:scale>
        <p:origin x="-1812" y="-1008"/>
      </p:cViewPr>
      <p:guideLst>
        <p:guide orient="horz" pos="748"/>
        <p:guide orient="horz" pos="3742"/>
        <p:guide orient="horz" pos="1021"/>
        <p:guide orient="horz" pos="3629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20" d="100"/>
          <a:sy n="120" d="100"/>
        </p:scale>
        <p:origin x="37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 2</c:v>
                </c:pt>
              </c:strCache>
            </c:strRef>
          </c:tx>
          <c:spPr>
            <a:solidFill>
              <a:srgbClr val="9F70AD"/>
            </a:solidFill>
          </c:spPr>
          <c:dPt>
            <c:idx val="0"/>
            <c:bubble3D val="0"/>
            <c:explosion val="6"/>
            <c:spPr>
              <a:noFill/>
              <a:ln>
                <a:solidFill>
                  <a:schemeClr val="tx1"/>
                </a:solidFill>
              </a:ln>
            </c:spPr>
          </c:dPt>
          <c:dPt>
            <c:idx val="1"/>
            <c:bubble3D val="0"/>
            <c:spPr>
              <a:solidFill>
                <a:srgbClr val="006DF2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>
                    <a:solidFill>
                      <a:schemeClr val="tx1"/>
                    </a:solidFill>
                    <a:latin typeface="Fedra Sans Cond Pro Medium" panose="02000606040000020004" pitchFamily="50" charset="0"/>
                    <a:cs typeface="Arial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Очно</c:v>
                </c:pt>
                <c:pt idx="1">
                  <c:v>Заочно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773</c:v>
                </c:pt>
                <c:pt idx="1">
                  <c:v>371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 2</c:v>
                </c:pt>
              </c:strCache>
            </c:strRef>
          </c:tx>
          <c:spPr>
            <a:noFill/>
          </c:spPr>
          <c:dPt>
            <c:idx val="0"/>
            <c:bubble3D val="0"/>
            <c:spPr>
              <a:noFill/>
              <a:ln>
                <a:solidFill>
                  <a:schemeClr val="tx1"/>
                </a:solidFill>
              </a:ln>
            </c:spPr>
          </c:dPt>
          <c:dPt>
            <c:idx val="1"/>
            <c:bubble3D val="0"/>
            <c:explosion val="13"/>
            <c:spPr>
              <a:solidFill>
                <a:srgbClr val="006DF2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>
                    <a:solidFill>
                      <a:schemeClr val="tx1"/>
                    </a:solidFill>
                    <a:latin typeface="Fedra Sans Cond Pro Medium" panose="02000606040000020004" pitchFamily="50" charset="0"/>
                    <a:cs typeface="Arial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Очно</c:v>
                </c:pt>
                <c:pt idx="1">
                  <c:v>Заочно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818</c:v>
                </c:pt>
                <c:pt idx="1">
                  <c:v>283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20-21</c:v>
                </c:pt>
              </c:strCache>
            </c:strRef>
          </c:tx>
          <c:spPr>
            <a:ln w="28575" cap="rnd">
              <a:solidFill>
                <a:srgbClr val="006DF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2722062821020902E-2"/>
                  <c:y val="-0.20678630708772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Fedra Sans Cond Pro Medium" panose="02000606040000020004" pitchFamily="50" charset="0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8946556373790502E-3"/>
                  <c:y val="-3.649218014449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Fedra Sans Cond Pro Medium" panose="02000606040000020004" pitchFamily="50" charset="0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681730213587401"/>
                      <c:h val="0.38875825732491898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3.2822024791886097E-2"/>
                  <c:y val="-6.85742280472725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Fedra Sans Cond Pro Medium" panose="02000606040000020004" pitchFamily="50" charset="0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094079689217599"/>
                      <c:h val="0.4335827092550039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Fedra Sans Cond Pro Medium" panose="02000606040000020004" pitchFamily="50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20-21</c:v>
                </c:pt>
                <c:pt idx="1">
                  <c:v>21-22</c:v>
                </c:pt>
                <c:pt idx="2">
                  <c:v>22-23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227</c:v>
                </c:pt>
                <c:pt idx="1">
                  <c:v>254</c:v>
                </c:pt>
                <c:pt idx="2">
                  <c:v>301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587840"/>
        <c:axId val="105589376"/>
      </c:lineChart>
      <c:catAx>
        <c:axId val="105587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Fedra Sans Cond Pro Medium" panose="02000606040000020004" pitchFamily="50" charset="0"/>
                <a:ea typeface="+mn-ea"/>
                <a:cs typeface="+mn-cs"/>
              </a:defRPr>
            </a:pPr>
            <a:endParaRPr lang="ru-RU"/>
          </a:p>
        </c:txPr>
        <c:crossAx val="105589376"/>
        <c:crosses val="autoZero"/>
        <c:auto val="1"/>
        <c:lblAlgn val="ctr"/>
        <c:lblOffset val="100"/>
        <c:noMultiLvlLbl val="0"/>
      </c:catAx>
      <c:valAx>
        <c:axId val="105589376"/>
        <c:scaling>
          <c:orientation val="minMax"/>
          <c:max val="350"/>
          <c:min val="2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5587840"/>
        <c:crosses val="autoZero"/>
        <c:crossBetween val="between"/>
        <c:minorUnit val="100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ln>
              <a:solidFill>
                <a:srgbClr val="9F70AD"/>
              </a:solidFill>
            </a:ln>
          </c:spPr>
          <c:dPt>
            <c:idx val="0"/>
            <c:bubble3D val="0"/>
            <c:spPr>
              <a:solidFill>
                <a:srgbClr val="9F70AD"/>
              </a:solidFill>
              <a:ln>
                <a:solidFill>
                  <a:srgbClr val="9F70AD"/>
                </a:solidFill>
              </a:ln>
              <a:effectLst/>
            </c:spPr>
          </c:dPt>
          <c:dPt>
            <c:idx val="1"/>
            <c:bubble3D val="0"/>
            <c:spPr>
              <a:noFill/>
              <a:ln>
                <a:solidFill>
                  <a:srgbClr val="9F70AD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6.036586402284809E-2"/>
                  <c:y val="-8.0556726932339381E-2"/>
                </c:manualLayout>
              </c:layout>
              <c:tx>
                <c:rich>
                  <a:bodyPr/>
                  <a:lstStyle/>
                  <a:p>
                    <a:r>
                      <a:rPr lang="en-US" sz="2400" dirty="0" smtClean="0"/>
                      <a:t>7</a:t>
                    </a:r>
                    <a:endParaRPr lang="en-US" sz="4800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782208790830431E-2"/>
                  <c:y val="-0.11930572313264444"/>
                </c:manualLayout>
              </c:layout>
              <c:tx>
                <c:rich>
                  <a:bodyPr/>
                  <a:lstStyle/>
                  <a:p>
                    <a:r>
                      <a:rPr lang="en-US" sz="2400" dirty="0" smtClean="0"/>
                      <a:t>21</a:t>
                    </a:r>
                    <a:endParaRPr lang="en-US" sz="5400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3600" b="0" i="0" u="none" strike="noStrike" kern="1200" baseline="0">
                    <a:solidFill>
                      <a:schemeClr val="tx1"/>
                    </a:solidFill>
                    <a:latin typeface="Fedra Sans Pro Bold" panose="020B08040400000200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1"/>
            <c:showSerName val="1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Студенты</c:v>
                </c:pt>
                <c:pt idx="1">
                  <c:v>НПР</c:v>
                </c:pt>
              </c:strCache>
            </c:strRef>
          </c:cat>
          <c:val>
            <c:numRef>
              <c:f>Лист1!$B$2:$B$3</c:f>
              <c:numCache>
                <c:formatCode>\О\с\н\о\в\н\о\й</c:formatCode>
                <c:ptCount val="2"/>
                <c:pt idx="0">
                  <c:v>7</c:v>
                </c:pt>
                <c:pt idx="1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ln>
              <a:solidFill>
                <a:srgbClr val="9F70AD"/>
              </a:solidFill>
            </a:ln>
          </c:spPr>
          <c:dPt>
            <c:idx val="0"/>
            <c:bubble3D val="0"/>
            <c:spPr>
              <a:solidFill>
                <a:srgbClr val="9F70AD"/>
              </a:solidFill>
              <a:ln>
                <a:solidFill>
                  <a:srgbClr val="9F70AD"/>
                </a:solidFill>
              </a:ln>
              <a:effectLst/>
            </c:spPr>
          </c:dPt>
          <c:dPt>
            <c:idx val="1"/>
            <c:bubble3D val="0"/>
            <c:spPr>
              <a:noFill/>
              <a:ln>
                <a:solidFill>
                  <a:srgbClr val="9F70AD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9.2975293958183602E-2"/>
                  <c:y val="-6.1258054231567223E-2"/>
                </c:manualLayout>
              </c:layout>
              <c:tx>
                <c:rich>
                  <a:bodyPr/>
                  <a:lstStyle/>
                  <a:p>
                    <a:r>
                      <a:rPr lang="en-US" sz="2400" dirty="0" smtClean="0"/>
                      <a:t>12</a:t>
                    </a:r>
                    <a:endParaRPr lang="en-US" sz="2800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2.8796330638289899E-2"/>
                  <c:y val="-0.12175297681206076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0" i="0" u="none" strike="noStrike" kern="1200" baseline="0">
                        <a:solidFill>
                          <a:schemeClr val="tx1"/>
                        </a:solidFill>
                        <a:latin typeface="Fedra Sans Pro Bold" panose="020B0804040000020004" pitchFamily="34" charset="0"/>
                        <a:ea typeface="+mn-ea"/>
                        <a:cs typeface="+mn-cs"/>
                      </a:defRPr>
                    </a:pPr>
                    <a:r>
                      <a:rPr lang="en-US" sz="2400" dirty="0" smtClean="0"/>
                      <a:t>32</a:t>
                    </a:r>
                    <a:endParaRPr lang="en-US" sz="240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Fedra Sans Pro Bold" panose="020B0804040000020004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1"/>
            <c:showSerName val="1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Студенты</c:v>
                </c:pt>
                <c:pt idx="1">
                  <c:v>НПР</c:v>
                </c:pt>
              </c:strCache>
            </c:strRef>
          </c:cat>
          <c:val>
            <c:numRef>
              <c:f>Лист1!$B$2:$B$3</c:f>
              <c:numCache>
                <c:formatCode>\О\с\н\о\в\н\о\й</c:formatCode>
                <c:ptCount val="2"/>
                <c:pt idx="0">
                  <c:v>12</c:v>
                </c:pt>
                <c:pt idx="1">
                  <c:v>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 2</c:v>
                </c:pt>
              </c:strCache>
            </c:strRef>
          </c:tx>
          <c:dPt>
            <c:idx val="0"/>
            <c:bubble3D val="0"/>
            <c:spPr>
              <a:solidFill>
                <a:srgbClr val="4BACC6">
                  <a:lumMod val="60000"/>
                  <a:lumOff val="40000"/>
                </a:srgbClr>
              </a:solidFill>
            </c:spPr>
          </c:dPt>
          <c:dPt>
            <c:idx val="1"/>
            <c:bubble3D val="0"/>
            <c:spPr>
              <a:solidFill>
                <a:srgbClr val="9F70AD"/>
              </a:solidFill>
            </c:spPr>
          </c:dPt>
          <c:dPt>
            <c:idx val="2"/>
            <c:bubble3D val="0"/>
            <c:spPr>
              <a:solidFill>
                <a:srgbClr val="006DF2"/>
              </a:solidFill>
            </c:spPr>
          </c:dPt>
          <c:dPt>
            <c:idx val="3"/>
            <c:bubble3D val="0"/>
            <c:spPr>
              <a:noFill/>
              <a:ln>
                <a:solidFill>
                  <a:srgbClr val="9F70AD"/>
                </a:solidFill>
              </a:ln>
            </c:spPr>
          </c:dPt>
          <c:dPt>
            <c:idx val="4"/>
            <c:bubble3D val="0"/>
            <c:spPr>
              <a:solidFill>
                <a:srgbClr val="00A5DF"/>
              </a:solidFill>
            </c:spPr>
          </c:dPt>
          <c:dPt>
            <c:idx val="5"/>
            <c:bubble3D val="0"/>
            <c:spPr>
              <a:solidFill>
                <a:srgbClr val="4BACC6">
                  <a:lumMod val="75000"/>
                </a:srgbClr>
              </a:solidFill>
            </c:spPr>
          </c:dPt>
          <c:dLbls>
            <c:dLbl>
              <c:idx val="0"/>
              <c:layout>
                <c:manualLayout>
                  <c:x val="1.0030686972397415E-2"/>
                  <c:y val="-6.42764372349713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3.3907968551929367E-2"/>
                  <c:y val="-3.07687485732035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17919505703054919"/>
                  <c:y val="-0.174827006777517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2400">
                      <a:solidFill>
                        <a:schemeClr val="tx1"/>
                      </a:solidFill>
                      <a:latin typeface="Fedra Sans Pro Bold" panose="020B0804040000020004" pitchFamily="34" charset="0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2.110065677871065E-2"/>
                  <c:y val="-4.79822881128603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9.6710226364302685E-17"/>
                  <c:y val="5.33136534587337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chemeClr val="tx1"/>
                    </a:solidFill>
                    <a:latin typeface="Fedra Sans Pro Bold" panose="020B08040400000200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Лист1!$A$2:$A$7</c:f>
              <c:strCache>
                <c:ptCount val="6"/>
                <c:pt idx="0">
                  <c:v>Афганистан  </c:v>
                </c:pt>
                <c:pt idx="1">
                  <c:v>Бангладеш  </c:v>
                </c:pt>
                <c:pt idx="2">
                  <c:v>Вьетнам  </c:v>
                </c:pt>
                <c:pt idx="3">
                  <c:v>Китай  </c:v>
                </c:pt>
                <c:pt idx="4">
                  <c:v>Монголия  </c:v>
                </c:pt>
                <c:pt idx="5">
                  <c:v>Индонезия  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3</c:v>
                </c:pt>
                <c:pt idx="3">
                  <c:v>52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FEEBB-B15E-C549-A0FA-995F86C9DA48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D4C55-FBD9-6F4F-B00C-88E3331C16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3491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CEFFF-8571-E348-94EE-E8154671201E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B4521-F593-574E-9920-BC8C890C5C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0330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1pPr>
    <a:lvl2pPr marL="456194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2pPr>
    <a:lvl3pPr marL="912388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3pPr>
    <a:lvl4pPr marL="1368582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4pPr>
    <a:lvl5pPr marL="1824777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5pPr>
    <a:lvl6pPr marL="2280971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6pPr>
    <a:lvl7pPr marL="2737165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7pPr>
    <a:lvl8pPr marL="3193359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8pPr>
    <a:lvl9pPr marL="3649553" algn="l" defTabSz="912388" rtl="0" eaLnBrk="1" latinLnBrk="0" hangingPunct="1">
      <a:defRPr sz="119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4213" y="1143000"/>
            <a:ext cx="54895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0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678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690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11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649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11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982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900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544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879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918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956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003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50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048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160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73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861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EB4521-F593-574E-9920-BC8C890C5CA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25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46781" y="1540770"/>
            <a:ext cx="9126141" cy="22769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500" b="0">
                <a:latin typeface="Fedra Sans Pro" panose="020B0504040000020004" pitchFamily="34" charset="0"/>
              </a:defRPr>
            </a:lvl1pPr>
          </a:lstStyle>
          <a:p>
            <a:r>
              <a:rPr lang="ru-RU" dirty="0" smtClean="0"/>
              <a:t>ОБРАЗЕЦ</a:t>
            </a:r>
            <a:br>
              <a:rPr lang="ru-RU" dirty="0" smtClean="0"/>
            </a:br>
            <a:r>
              <a:rPr lang="ru-RU" dirty="0" smtClean="0"/>
              <a:t>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46781" y="3745574"/>
            <a:ext cx="9126141" cy="1218312"/>
          </a:xfrm>
        </p:spPr>
        <p:txBody>
          <a:bodyPr>
            <a:normAutofit/>
          </a:bodyPr>
          <a:lstStyle>
            <a:lvl1pPr marL="0" indent="0" algn="l">
              <a:buNone/>
              <a:defRPr sz="2400" b="0">
                <a:latin typeface="Fedra Sans Pro Light" panose="020B0304040000020004" pitchFamily="34" charset="0"/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 smtClean="0"/>
              <a:t>ОБРАЗЕЦ ПОДЗАГОЛОВКА</a:t>
            </a:r>
            <a:endParaRPr lang="en-US" dirty="0"/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0" hasCustomPrompt="1"/>
          </p:nvPr>
        </p:nvSpPr>
        <p:spPr>
          <a:xfrm>
            <a:off x="1046781" y="5220191"/>
            <a:ext cx="9126141" cy="490143"/>
          </a:xfrm>
        </p:spPr>
        <p:txBody>
          <a:bodyPr anchor="b">
            <a:normAutofit/>
          </a:bodyPr>
          <a:lstStyle>
            <a:lvl1pPr marL="0" indent="0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None/>
              <a:defRPr lang="ru-RU" sz="1400" b="0" i="0" kern="1200" dirty="0">
                <a:solidFill>
                  <a:schemeClr val="tx1"/>
                </a:solidFill>
                <a:latin typeface="Fedra Sans Pro" panose="020B0504040000020004" pitchFamily="34" charset="0"/>
                <a:ea typeface="Fedra Sans Pro" panose="020B0504040000020004" pitchFamily="34" charset="0"/>
                <a:cs typeface="Fedra Sans Pro" panose="020B0504040000020004" pitchFamily="34" charset="0"/>
              </a:defRPr>
            </a:lvl1pPr>
          </a:lstStyle>
          <a:p>
            <a:r>
              <a: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Докладчик</a:t>
            </a:r>
            <a:r>
              <a:rPr lang="en-US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/>
            </a:r>
            <a:br>
              <a:rPr lang="en-US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</a:br>
            <a:r>
              <a: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Должность</a:t>
            </a:r>
            <a:r>
              <a:rPr lang="ru-RU" sz="1400" baseline="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 докладчика</a:t>
            </a:r>
            <a:endParaRPr lang="ru-RU" sz="1400" dirty="0">
              <a:effectLst/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тём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046781" y="1540770"/>
            <a:ext cx="9126141" cy="22769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500" b="0">
                <a:solidFill>
                  <a:schemeClr val="bg1"/>
                </a:solidFill>
                <a:latin typeface="Fedra Sans Pro" panose="020B0504040000020004" pitchFamily="34" charset="0"/>
              </a:defRPr>
            </a:lvl1pPr>
          </a:lstStyle>
          <a:p>
            <a:r>
              <a:rPr lang="ru-RU" dirty="0" smtClean="0"/>
              <a:t>ОБРАЗЕЦ</a:t>
            </a:r>
            <a:br>
              <a:rPr lang="ru-RU" dirty="0" smtClean="0"/>
            </a:br>
            <a:r>
              <a:rPr lang="ru-RU" dirty="0" smtClean="0"/>
              <a:t>ЗАГОЛОВКА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46781" y="3745574"/>
            <a:ext cx="9126141" cy="12183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Fedra Sans Pro Light" panose="020B0304040000020004" pitchFamily="34" charset="0"/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 smtClean="0"/>
              <a:t>ОБРАЗЕЦ ПОДЗАГОЛОВКА</a:t>
            </a:r>
            <a:endParaRPr lang="en-US" dirty="0"/>
          </a:p>
        </p:txBody>
      </p:sp>
      <p:sp>
        <p:nvSpPr>
          <p:cNvPr id="13" name="Текст 21"/>
          <p:cNvSpPr>
            <a:spLocks noGrp="1"/>
          </p:cNvSpPr>
          <p:nvPr>
            <p:ph type="body" sz="quarter" idx="10" hasCustomPrompt="1"/>
          </p:nvPr>
        </p:nvSpPr>
        <p:spPr>
          <a:xfrm>
            <a:off x="1046780" y="5220191"/>
            <a:ext cx="9126141" cy="490143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Fedra Sans Pro Light" panose="020B0304040000020004" pitchFamily="34" charset="0"/>
              </a:defRPr>
            </a:lvl1pPr>
          </a:lstStyle>
          <a:p>
            <a:r>
              <a: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Докладчик</a:t>
            </a:r>
            <a:r>
              <a:rPr lang="en-US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/>
            </a:r>
            <a:br>
              <a:rPr lang="en-US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</a:br>
            <a:r>
              <a: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Должность</a:t>
            </a:r>
            <a:r>
              <a:rPr lang="ru-RU" sz="1400" baseline="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 </a:t>
            </a:r>
            <a:r>
              <a:rPr lang="ru-RU" sz="1400" baseline="0" dirty="0" err="1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rPr>
              <a:t>доклдчика</a:t>
            </a:r>
            <a:endParaRPr lang="ru-RU" sz="1400" dirty="0">
              <a:effectLst/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53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576264" y="981636"/>
            <a:ext cx="10944224" cy="5096435"/>
          </a:xfrm>
        </p:spPr>
        <p:txBody>
          <a:bodyPr/>
          <a:lstStyle>
            <a:lvl1pPr>
              <a:defRPr b="0" i="0"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  <a:lvl2pPr>
              <a:defRPr b="0" i="0"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2pPr>
            <a:lvl3pPr>
              <a:defRPr b="1" i="0">
                <a:latin typeface="Fedra Sans Pro Bold" panose="020B0804040000020004" pitchFamily="34" charset="0"/>
                <a:ea typeface="Fedra Sans Pro Bold" panose="020B0804040000020004" pitchFamily="34" charset="0"/>
                <a:cs typeface="Fedra Sans Pro Bold" panose="020B0804040000020004" pitchFamily="34" charset="0"/>
              </a:defRPr>
            </a:lvl3pPr>
            <a:lvl4pPr>
              <a:defRPr b="0" i="0"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4pPr>
            <a:lvl5pPr>
              <a:defRPr b="0" i="0"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25" y="1705385"/>
            <a:ext cx="10495062" cy="2845473"/>
          </a:xfrm>
          <a:prstGeom prst="rect">
            <a:avLst/>
          </a:prstGeom>
        </p:spPr>
        <p:txBody>
          <a:bodyPr anchor="b"/>
          <a:lstStyle>
            <a:lvl1pPr>
              <a:defRPr sz="5985">
                <a:latin typeface="Montserrat" panose="00000500000000000000" pitchFamily="2" charset="-52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225" y="4577778"/>
            <a:ext cx="1049506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563" y="1820976"/>
            <a:ext cx="5171480" cy="4340259"/>
          </a:xfrm>
        </p:spPr>
        <p:txBody>
          <a:bodyPr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0145" y="1820976"/>
            <a:ext cx="5171480" cy="4340259"/>
          </a:xfrm>
        </p:spPr>
        <p:txBody>
          <a:bodyPr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4" name="Прямая соединительная линия 13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49" y="1676882"/>
            <a:ext cx="5147713" cy="821814"/>
          </a:xfrm>
        </p:spPr>
        <p:txBody>
          <a:bodyPr anchor="b"/>
          <a:lstStyle>
            <a:lvl1pPr marL="0" indent="0">
              <a:buNone/>
              <a:defRPr sz="2394" b="0">
                <a:latin typeface="Fedra Sans Pro Bold" panose="020B0804040000020004" pitchFamily="34" charset="0"/>
              </a:defRPr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149" y="2498697"/>
            <a:ext cx="5147713" cy="3675206"/>
          </a:xfrm>
        </p:spPr>
        <p:txBody>
          <a:bodyPr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0145" y="1676882"/>
            <a:ext cx="5173065" cy="821814"/>
          </a:xfrm>
        </p:spPr>
        <p:txBody>
          <a:bodyPr anchor="b"/>
          <a:lstStyle>
            <a:lvl1pPr marL="0" indent="0">
              <a:buNone/>
              <a:defRPr sz="2394" b="0">
                <a:latin typeface="Fedra Sans Pro Bold" panose="020B0804040000020004" pitchFamily="34" charset="0"/>
              </a:defRPr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0145" y="2498697"/>
            <a:ext cx="5173065" cy="3675206"/>
          </a:xfrm>
        </p:spPr>
        <p:txBody>
          <a:bodyPr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dirty="0" smtClean="0"/>
              <a:t>/ </a:t>
            </a: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ём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bg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1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148" y="456036"/>
            <a:ext cx="3924557" cy="1596126"/>
          </a:xfrm>
          <a:prstGeom prst="rect">
            <a:avLst/>
          </a:prstGeom>
        </p:spPr>
        <p:txBody>
          <a:bodyPr anchor="b"/>
          <a:lstStyle>
            <a:lvl1pPr>
              <a:defRPr sz="3192"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3065" y="984911"/>
            <a:ext cx="6160145" cy="4861216"/>
          </a:xfrm>
        </p:spPr>
        <p:txBody>
          <a:bodyPr/>
          <a:lstStyle>
            <a:lvl1pPr>
              <a:defRPr sz="3192">
                <a:latin typeface="Fedra Sans Pro Light" panose="020B0304040000020004" pitchFamily="34" charset="0"/>
              </a:defRPr>
            </a:lvl1pPr>
            <a:lvl2pPr>
              <a:defRPr sz="2793">
                <a:latin typeface="Fedra Sans Pro Light" panose="020B0304040000020004" pitchFamily="34" charset="0"/>
              </a:defRPr>
            </a:lvl2pPr>
            <a:lvl3pPr>
              <a:defRPr sz="2394">
                <a:latin typeface="Fedra Sans Pro Light" panose="020B0304040000020004" pitchFamily="34" charset="0"/>
              </a:defRPr>
            </a:lvl3pPr>
            <a:lvl4pPr>
              <a:defRPr sz="1995">
                <a:latin typeface="Fedra Sans Pro Light" panose="020B0304040000020004" pitchFamily="34" charset="0"/>
              </a:defRPr>
            </a:lvl4pPr>
            <a:lvl5pPr>
              <a:defRPr sz="1995">
                <a:latin typeface="Fedra Sans Pro Light" panose="020B0304040000020004" pitchFamily="34" charset="0"/>
              </a:defRPr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148" y="2052161"/>
            <a:ext cx="3924557" cy="3801883"/>
          </a:xfrm>
        </p:spPr>
        <p:txBody>
          <a:bodyPr/>
          <a:lstStyle>
            <a:lvl1pPr marL="0" indent="0">
              <a:buNone/>
              <a:defRPr sz="1596">
                <a:latin typeface="Fedra Sans Pro Light" panose="020B0304040000020004" pitchFamily="34" charset="0"/>
              </a:defRPr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ОТО и подпис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6263" y="1056031"/>
            <a:ext cx="2644457" cy="258124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Fedra Sans Pro Light" panose="020B0304040000020004" pitchFamily="34" charset="0"/>
              </a:defRPr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 smtClean="0"/>
              <a:t>Чтобы добавить рисунок, перетащите его в заполнитель или щелкните значок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262" y="3810000"/>
            <a:ext cx="2664777" cy="2235200"/>
          </a:xfrm>
        </p:spPr>
        <p:txBody>
          <a:bodyPr/>
          <a:lstStyle>
            <a:lvl1pPr marL="0" indent="0">
              <a:buNone/>
              <a:defRPr sz="1596">
                <a:latin typeface="Fedra Sans Pro Light" panose="020B0304040000020004" pitchFamily="34" charset="0"/>
              </a:defRPr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352801" y="1056031"/>
            <a:ext cx="2621798" cy="258124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Fedra Sans Pro Light" panose="020B0304040000020004" pitchFamily="34" charset="0"/>
              </a:defRPr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 smtClean="0"/>
              <a:t>Чтобы добавить рисунок, перетащите его в заполнитель или щелкните значок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6083300" y="1056031"/>
            <a:ext cx="2651760" cy="258124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Fedra Sans Pro Light" panose="020B0304040000020004" pitchFamily="34" charset="0"/>
              </a:defRPr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smtClean="0"/>
              <a:t>Чтобы добавить рисунок, перетащите его в заполнитель или щелкните значок</a:t>
            </a:r>
            <a:endParaRPr lang="en-US" dirty="0"/>
          </a:p>
        </p:txBody>
      </p:sp>
      <p:sp>
        <p:nvSpPr>
          <p:cNvPr id="15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860788" y="1056031"/>
            <a:ext cx="2659699" cy="258124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Fedra Sans Pro Light" panose="020B0304040000020004" pitchFamily="34" charset="0"/>
              </a:defRPr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 smtClean="0"/>
              <a:t>Чтобы добавить рисунок, перетащите его в заполнитель или щелкните значок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9782" y="3810000"/>
            <a:ext cx="2634298" cy="2235200"/>
          </a:xfrm>
        </p:spPr>
        <p:txBody>
          <a:bodyPr/>
          <a:lstStyle>
            <a:lvl1pPr marL="0" indent="0">
              <a:buNone/>
              <a:defRPr sz="1596">
                <a:latin typeface="Fedra Sans Pro Light" panose="020B0304040000020004" pitchFamily="34" charset="0"/>
              </a:defRPr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90602" y="3810000"/>
            <a:ext cx="2654618" cy="2235200"/>
          </a:xfrm>
        </p:spPr>
        <p:txBody>
          <a:bodyPr/>
          <a:lstStyle>
            <a:lvl1pPr marL="0" indent="0">
              <a:buNone/>
              <a:defRPr sz="1596">
                <a:latin typeface="Fedra Sans Pro Light" panose="020B0304040000020004" pitchFamily="34" charset="0"/>
              </a:defRPr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8"/>
          </p:nvPr>
        </p:nvSpPr>
        <p:spPr>
          <a:xfrm>
            <a:off x="8859520" y="3810000"/>
            <a:ext cx="2660968" cy="2235200"/>
          </a:xfrm>
        </p:spPr>
        <p:txBody>
          <a:bodyPr/>
          <a:lstStyle>
            <a:lvl1pPr marL="0" indent="0">
              <a:buNone/>
              <a:defRPr sz="1596">
                <a:latin typeface="Fedra Sans Pro Light" panose="020B0304040000020004" pitchFamily="34" charset="0"/>
              </a:defRPr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dirty="0" smtClean="0"/>
              <a:t>/ </a:t>
            </a: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25" name="Прямая соединительная линия 24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.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96094" y="451745"/>
            <a:ext cx="11024393" cy="356529"/>
          </a:xfrm>
          <a:prstGeom prst="rect">
            <a:avLst/>
          </a:prstGeom>
        </p:spPr>
        <p:txBody>
          <a:bodyPr/>
          <a:lstStyle>
            <a:lvl1pPr>
              <a:defRPr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07859" y="364195"/>
            <a:ext cx="2623766" cy="5797040"/>
          </a:xfrm>
          <a:prstGeom prst="rect">
            <a:avLst/>
          </a:prstGeom>
        </p:spPr>
        <p:txBody>
          <a:bodyPr vert="eaVert"/>
          <a:lstStyle>
            <a:lvl1pPr>
              <a:defRPr b="0">
                <a:latin typeface="Fedra Sans Pro Bold" panose="020B08040400000200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563" y="364195"/>
            <a:ext cx="7719194" cy="5797040"/>
          </a:xfrm>
        </p:spPr>
        <p:txBody>
          <a:bodyPr vert="eaVert"/>
          <a:lstStyle>
            <a:lvl1pPr>
              <a:defRPr>
                <a:latin typeface="Fedra Sans Pro Light" panose="020B0304040000020004" pitchFamily="34" charset="0"/>
              </a:defRPr>
            </a:lvl1pPr>
            <a:lvl2pPr>
              <a:defRPr>
                <a:latin typeface="Fedra Sans Pro Light" panose="020B0304040000020004" pitchFamily="34" charset="0"/>
              </a:defRPr>
            </a:lvl2pPr>
            <a:lvl3pPr>
              <a:defRPr>
                <a:latin typeface="Fedra Sans Pro Light" panose="020B0304040000020004" pitchFamily="34" charset="0"/>
              </a:defRPr>
            </a:lvl3pPr>
            <a:lvl4pPr>
              <a:defRPr>
                <a:latin typeface="Fedra Sans Pro Light" panose="020B0304040000020004" pitchFamily="34" charset="0"/>
              </a:defRPr>
            </a:lvl4pPr>
            <a:lvl5pPr>
              <a:defRPr>
                <a:latin typeface="Fedra Sans Pro Light" panose="020B0304040000020004" pitchFamily="34" charset="0"/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>
            <a:lvl1pPr algn="l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>
            <a:lvl1pPr algn="r">
              <a:defRPr sz="900" b="0" i="0">
                <a:solidFill>
                  <a:schemeClr val="tx1"/>
                </a:solidFill>
                <a:latin typeface="Fedra Sans Pro Light" panose="020B0304040000020004" pitchFamily="34" charset="0"/>
                <a:ea typeface="Fedra Sans Pro Light" panose="020B0304040000020004" pitchFamily="34" charset="0"/>
                <a:cs typeface="Fedra Sans Pro Light" panose="020B0304040000020004" pitchFamily="34" charset="0"/>
              </a:defRPr>
            </a:lvl1pPr>
          </a:lstStyle>
          <a:p>
            <a:fld id="{674C6043-E933-254F-AF58-BD9BDD4CBC0E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576263" y="6279959"/>
            <a:ext cx="109442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742" y="1645878"/>
            <a:ext cx="1049506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86418" y="402449"/>
            <a:ext cx="10494962" cy="453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12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73" r:id="rId9"/>
    <p:sldLayoutId id="2147483668" r:id="rId10"/>
    <p:sldLayoutId id="2147483669" r:id="rId11"/>
    <p:sldLayoutId id="2147483670" r:id="rId12"/>
    <p:sldLayoutId id="2147483671" r:id="rId13"/>
  </p:sldLayoutIdLst>
  <p:hf hd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Fedra Sans Alt Pro" charset="0"/>
          <a:ea typeface="Fedra Sans Alt Pro" charset="0"/>
          <a:cs typeface="Fedra Sans Alt Pro" charset="0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b="0" i="0" kern="1200">
          <a:solidFill>
            <a:schemeClr val="tx1"/>
          </a:solidFill>
          <a:latin typeface="Fedra Sans Alt Pro Light" charset="0"/>
          <a:ea typeface="Fedra Sans Alt Pro Light" charset="0"/>
          <a:cs typeface="Fedra Sans Alt Pro Light" charset="0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b="0" i="0" kern="1200">
          <a:solidFill>
            <a:schemeClr val="tx1"/>
          </a:solidFill>
          <a:latin typeface="Fedra Sans Alt Pro Light" charset="0"/>
          <a:ea typeface="Fedra Sans Alt Pro Light" charset="0"/>
          <a:cs typeface="Fedra Sans Alt Pro Light" charset="0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b="0" i="0" kern="1200">
          <a:solidFill>
            <a:schemeClr val="tx1"/>
          </a:solidFill>
          <a:latin typeface="Fedra Sans Alt Pro Light" charset="0"/>
          <a:ea typeface="Fedra Sans Alt Pro Light" charset="0"/>
          <a:cs typeface="Fedra Sans Alt Pro Light" charset="0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b="0" i="0" kern="1200">
          <a:solidFill>
            <a:schemeClr val="tx1"/>
          </a:solidFill>
          <a:latin typeface="Fedra Sans Alt Pro Light" charset="0"/>
          <a:ea typeface="Fedra Sans Alt Pro Light" charset="0"/>
          <a:cs typeface="Fedra Sans Alt Pro Light" charset="0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b="0" i="0" kern="1200">
          <a:solidFill>
            <a:schemeClr val="tx1"/>
          </a:solidFill>
          <a:latin typeface="Fedra Sans Alt Pro Light" charset="0"/>
          <a:ea typeface="Fedra Sans Alt Pro Light" charset="0"/>
          <a:cs typeface="Fedra Sans Alt Pro Light" charset="0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54">
          <p15:clr>
            <a:srgbClr val="F26B43"/>
          </p15:clr>
        </p15:guide>
        <p15:guide id="2" pos="3832">
          <p15:clr>
            <a:srgbClr val="F26B43"/>
          </p15:clr>
        </p15:guide>
        <p15:guide id="3" pos="363">
          <p15:clr>
            <a:srgbClr val="F26B43"/>
          </p15:clr>
        </p15:guide>
        <p15:guide id="4" orient="horz" pos="454">
          <p15:clr>
            <a:srgbClr val="F26B43"/>
          </p15:clr>
        </p15:guide>
        <p15:guide id="5" orient="horz" pos="3992">
          <p15:clr>
            <a:srgbClr val="F26B43"/>
          </p15:clr>
        </p15:guide>
        <p15:guide id="6" pos="72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jp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4.jpe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jp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14.jpe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1.jpeg"/><Relationship Id="rId7" Type="http://schemas.microsoft.com/office/2007/relationships/hdphoto" Target="../media/hdphoto5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microsoft.com/office/2007/relationships/hdphoto" Target="../media/hdphoto6.wdp"/><Relationship Id="rId5" Type="http://schemas.microsoft.com/office/2007/relationships/hdphoto" Target="../media/hdphoto4.wdp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jpeg"/><Relationship Id="rId4" Type="http://schemas.microsoft.com/office/2007/relationships/hdphoto" Target="../media/hdphoto8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microsoft.com/office/2007/relationships/hdphoto" Target="../media/hdphoto9.wdp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NULL"/><Relationship Id="rId3" Type="http://schemas.openxmlformats.org/officeDocument/2006/relationships/image" Target="../media/image37.png"/><Relationship Id="rId7" Type="http://schemas.openxmlformats.org/officeDocument/2006/relationships/image" Target="NULL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11" Type="http://schemas.openxmlformats.org/officeDocument/2006/relationships/image" Target="NULL"/><Relationship Id="rId10" Type="http://schemas.openxmlformats.org/officeDocument/2006/relationships/image" Target="../media/image39.png"/><Relationship Id="rId9" Type="http://schemas.openxmlformats.org/officeDocument/2006/relationships/image" Target="NULL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0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jpg"/><Relationship Id="rId18" Type="http://schemas.openxmlformats.org/officeDocument/2006/relationships/image" Target="../media/image56.jpeg"/><Relationship Id="rId3" Type="http://schemas.openxmlformats.org/officeDocument/2006/relationships/image" Target="../media/image45.jpeg"/><Relationship Id="rId21" Type="http://schemas.microsoft.com/office/2007/relationships/hdphoto" Target="../media/hdphoto12.wdp"/><Relationship Id="rId7" Type="http://schemas.openxmlformats.org/officeDocument/2006/relationships/image" Target="../media/image49.jpeg"/><Relationship Id="rId12" Type="http://schemas.openxmlformats.org/officeDocument/2006/relationships/image" Target="../media/image51.png"/><Relationship Id="rId17" Type="http://schemas.openxmlformats.org/officeDocument/2006/relationships/image" Target="../media/image55.jpeg"/><Relationship Id="rId25" Type="http://schemas.openxmlformats.org/officeDocument/2006/relationships/image" Target="../media/image61.png"/><Relationship Id="rId2" Type="http://schemas.openxmlformats.org/officeDocument/2006/relationships/image" Target="../media/image44.png"/><Relationship Id="rId16" Type="http://schemas.microsoft.com/office/2007/relationships/hdphoto" Target="../media/hdphoto11.wdp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jpeg"/><Relationship Id="rId11" Type="http://schemas.openxmlformats.org/officeDocument/2006/relationships/image" Target="../media/image30.jpeg"/><Relationship Id="rId24" Type="http://schemas.microsoft.com/office/2007/relationships/hdphoto" Target="../media/hdphoto13.wdp"/><Relationship Id="rId5" Type="http://schemas.openxmlformats.org/officeDocument/2006/relationships/image" Target="../media/image47.jpeg"/><Relationship Id="rId15" Type="http://schemas.openxmlformats.org/officeDocument/2006/relationships/image" Target="../media/image54.png"/><Relationship Id="rId23" Type="http://schemas.openxmlformats.org/officeDocument/2006/relationships/image" Target="../media/image60.png"/><Relationship Id="rId10" Type="http://schemas.microsoft.com/office/2007/relationships/hdphoto" Target="../media/hdphoto8.wdp"/><Relationship Id="rId19" Type="http://schemas.openxmlformats.org/officeDocument/2006/relationships/image" Target="../media/image57.png"/><Relationship Id="rId4" Type="http://schemas.openxmlformats.org/officeDocument/2006/relationships/image" Target="../media/image46.jpeg"/><Relationship Id="rId9" Type="http://schemas.openxmlformats.org/officeDocument/2006/relationships/image" Target="../media/image29.png"/><Relationship Id="rId14" Type="http://schemas.openxmlformats.org/officeDocument/2006/relationships/image" Target="../media/image53.png"/><Relationship Id="rId22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6.svg"/><Relationship Id="rId42" Type="http://schemas.openxmlformats.org/officeDocument/2006/relationships/image" Target="../media/image69.png"/><Relationship Id="rId47" Type="http://schemas.openxmlformats.org/officeDocument/2006/relationships/image" Target="../media/image86.svg"/><Relationship Id="rId63" Type="http://schemas.openxmlformats.org/officeDocument/2006/relationships/image" Target="../media/image102.svg"/><Relationship Id="rId68" Type="http://schemas.openxmlformats.org/officeDocument/2006/relationships/image" Target="../media/image76.png"/><Relationship Id="rId112" Type="http://schemas.openxmlformats.org/officeDocument/2006/relationships/image" Target="../media/image85.png"/><Relationship Id="rId133" Type="http://schemas.openxmlformats.org/officeDocument/2006/relationships/image" Target="../media/image172.svg"/><Relationship Id="rId89" Type="http://schemas.openxmlformats.org/officeDocument/2006/relationships/image" Target="../media/image268.svg"/><Relationship Id="rId154" Type="http://schemas.openxmlformats.org/officeDocument/2006/relationships/image" Target="../media/image424.svg"/><Relationship Id="rId159" Type="http://schemas.openxmlformats.org/officeDocument/2006/relationships/image" Target="../media/image107.png"/><Relationship Id="rId175" Type="http://schemas.openxmlformats.org/officeDocument/2006/relationships/image" Target="../media/image118.png"/><Relationship Id="rId170" Type="http://schemas.openxmlformats.org/officeDocument/2006/relationships/image" Target="../media/image115.png"/><Relationship Id="rId191" Type="http://schemas.openxmlformats.org/officeDocument/2006/relationships/image" Target="../media/image127.png"/><Relationship Id="rId196" Type="http://schemas.openxmlformats.org/officeDocument/2006/relationships/image" Target="../media/image130.png"/><Relationship Id="rId200" Type="http://schemas.openxmlformats.org/officeDocument/2006/relationships/image" Target="../media/image133.png"/><Relationship Id="rId32" Type="http://schemas.openxmlformats.org/officeDocument/2006/relationships/image" Target="../media/image67.png"/><Relationship Id="rId53" Type="http://schemas.openxmlformats.org/officeDocument/2006/relationships/image" Target="../media/image92.svg"/><Relationship Id="rId58" Type="http://schemas.openxmlformats.org/officeDocument/2006/relationships/image" Target="../media/image73.png"/><Relationship Id="rId79" Type="http://schemas.openxmlformats.org/officeDocument/2006/relationships/image" Target="../media/image118.svg"/><Relationship Id="rId128" Type="http://schemas.openxmlformats.org/officeDocument/2006/relationships/image" Target="../media/image89.png"/><Relationship Id="rId144" Type="http://schemas.openxmlformats.org/officeDocument/2006/relationships/image" Target="../media/image95.png"/><Relationship Id="rId11" Type="http://schemas.openxmlformats.org/officeDocument/2006/relationships/image" Target="../media/image330.svg"/><Relationship Id="rId149" Type="http://schemas.openxmlformats.org/officeDocument/2006/relationships/image" Target="../media/image99.png"/><Relationship Id="rId37" Type="http://schemas.openxmlformats.org/officeDocument/2006/relationships/image" Target="../media/image356.svg"/><Relationship Id="rId160" Type="http://schemas.openxmlformats.org/officeDocument/2006/relationships/image" Target="../media/image108.png"/><Relationship Id="rId165" Type="http://schemas.openxmlformats.org/officeDocument/2006/relationships/image" Target="../media/image111.png"/><Relationship Id="rId181" Type="http://schemas.openxmlformats.org/officeDocument/2006/relationships/image" Target="../media/image121.png"/><Relationship Id="rId186" Type="http://schemas.openxmlformats.org/officeDocument/2006/relationships/image" Target="../media/image124.png"/><Relationship Id="rId48" Type="http://schemas.openxmlformats.org/officeDocument/2006/relationships/image" Target="../media/image70.png"/><Relationship Id="rId64" Type="http://schemas.openxmlformats.org/officeDocument/2006/relationships/image" Target="../media/image75.png"/><Relationship Id="rId113" Type="http://schemas.openxmlformats.org/officeDocument/2006/relationships/image" Target="../media/image152.svg"/><Relationship Id="rId134" Type="http://schemas.openxmlformats.org/officeDocument/2006/relationships/image" Target="../media/image91.png"/><Relationship Id="rId139" Type="http://schemas.openxmlformats.org/officeDocument/2006/relationships/image" Target="../media/image178.svg"/><Relationship Id="rId43" Type="http://schemas.openxmlformats.org/officeDocument/2006/relationships/image" Target="../media/image362.svg"/><Relationship Id="rId27" Type="http://schemas.openxmlformats.org/officeDocument/2006/relationships/image" Target="../media/image486.svg"/><Relationship Id="rId80" Type="http://schemas.openxmlformats.org/officeDocument/2006/relationships/image" Target="../media/image79.png"/><Relationship Id="rId150" Type="http://schemas.openxmlformats.org/officeDocument/2006/relationships/image" Target="../media/image100.png"/><Relationship Id="rId155" Type="http://schemas.openxmlformats.org/officeDocument/2006/relationships/image" Target="../media/image104.png"/><Relationship Id="rId171" Type="http://schemas.openxmlformats.org/officeDocument/2006/relationships/image" Target="../media/image116.png"/><Relationship Id="rId176" Type="http://schemas.openxmlformats.org/officeDocument/2006/relationships/image" Target="../media/image530.svg"/><Relationship Id="rId192" Type="http://schemas.openxmlformats.org/officeDocument/2006/relationships/image" Target="../media/image726.svg"/><Relationship Id="rId197" Type="http://schemas.openxmlformats.org/officeDocument/2006/relationships/image" Target="../media/image698.svg"/><Relationship Id="rId3" Type="http://schemas.openxmlformats.org/officeDocument/2006/relationships/image" Target="../media/image462.svg"/><Relationship Id="rId201" Type="http://schemas.openxmlformats.org/officeDocument/2006/relationships/image" Target="../media/image470.svg"/><Relationship Id="rId67" Type="http://schemas.openxmlformats.org/officeDocument/2006/relationships/image" Target="../media/image106.svg"/><Relationship Id="rId158" Type="http://schemas.openxmlformats.org/officeDocument/2006/relationships/image" Target="../media/image106.png"/><Relationship Id="rId17" Type="http://schemas.openxmlformats.org/officeDocument/2006/relationships/image" Target="../media/image476.svg"/><Relationship Id="rId33" Type="http://schemas.openxmlformats.org/officeDocument/2006/relationships/image" Target="../media/image492.svg"/><Relationship Id="rId137" Type="http://schemas.openxmlformats.org/officeDocument/2006/relationships/image" Target="../media/image736.svg"/><Relationship Id="rId129" Type="http://schemas.openxmlformats.org/officeDocument/2006/relationships/image" Target="../media/image728.svg"/><Relationship Id="rId20" Type="http://schemas.openxmlformats.org/officeDocument/2006/relationships/image" Target="../media/image65.png"/><Relationship Id="rId41" Type="http://schemas.openxmlformats.org/officeDocument/2006/relationships/image" Target="../media/image80.svg"/><Relationship Id="rId54" Type="http://schemas.openxmlformats.org/officeDocument/2006/relationships/image" Target="../media/image71.png"/><Relationship Id="rId62" Type="http://schemas.openxmlformats.org/officeDocument/2006/relationships/image" Target="../media/image74.png"/><Relationship Id="rId91" Type="http://schemas.openxmlformats.org/officeDocument/2006/relationships/image" Target="../media/image130.svg"/><Relationship Id="rId111" Type="http://schemas.openxmlformats.org/officeDocument/2006/relationships/image" Target="../media/image150.svg"/><Relationship Id="rId132" Type="http://schemas.openxmlformats.org/officeDocument/2006/relationships/image" Target="../media/image90.png"/><Relationship Id="rId140" Type="http://schemas.openxmlformats.org/officeDocument/2006/relationships/image" Target="../media/image93.png"/><Relationship Id="rId145" Type="http://schemas.openxmlformats.org/officeDocument/2006/relationships/image" Target="../media/image96.png"/><Relationship Id="rId153" Type="http://schemas.openxmlformats.org/officeDocument/2006/relationships/image" Target="../media/image103.png"/><Relationship Id="rId161" Type="http://schemas.openxmlformats.org/officeDocument/2006/relationships/image" Target="../media/image412.svg"/><Relationship Id="rId166" Type="http://schemas.openxmlformats.org/officeDocument/2006/relationships/image" Target="../media/image112.png"/><Relationship Id="rId174" Type="http://schemas.openxmlformats.org/officeDocument/2006/relationships/image" Target="../media/image526.svg"/><Relationship Id="rId179" Type="http://schemas.openxmlformats.org/officeDocument/2006/relationships/image" Target="../media/image120.png"/><Relationship Id="rId182" Type="http://schemas.openxmlformats.org/officeDocument/2006/relationships/image" Target="../media/image122.png"/><Relationship Id="rId187" Type="http://schemas.openxmlformats.org/officeDocument/2006/relationships/image" Target="../media/image636.svg"/><Relationship Id="rId195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190" Type="http://schemas.openxmlformats.org/officeDocument/2006/relationships/image" Target="../media/image652.svg"/><Relationship Id="rId23" Type="http://schemas.openxmlformats.org/officeDocument/2006/relationships/image" Target="../media/image62.svg"/><Relationship Id="rId57" Type="http://schemas.openxmlformats.org/officeDocument/2006/relationships/image" Target="../media/image96.svg"/><Relationship Id="rId106" Type="http://schemas.openxmlformats.org/officeDocument/2006/relationships/image" Target="../media/image83.png"/><Relationship Id="rId114" Type="http://schemas.openxmlformats.org/officeDocument/2006/relationships/image" Target="../media/image86.png"/><Relationship Id="rId119" Type="http://schemas.openxmlformats.org/officeDocument/2006/relationships/image" Target="../media/image158.svg"/><Relationship Id="rId127" Type="http://schemas.openxmlformats.org/officeDocument/2006/relationships/image" Target="../media/image166.svg"/><Relationship Id="rId15" Type="http://schemas.openxmlformats.org/officeDocument/2006/relationships/image" Target="../media/image334.svg"/><Relationship Id="rId49" Type="http://schemas.openxmlformats.org/officeDocument/2006/relationships/image" Target="../media/image368.svg"/><Relationship Id="rId10" Type="http://schemas.openxmlformats.org/officeDocument/2006/relationships/image" Target="../media/image63.png"/><Relationship Id="rId31" Type="http://schemas.openxmlformats.org/officeDocument/2006/relationships/image" Target="../media/image70.svg"/><Relationship Id="rId78" Type="http://schemas.openxmlformats.org/officeDocument/2006/relationships/image" Target="../media/image78.png"/><Relationship Id="rId94" Type="http://schemas.openxmlformats.org/officeDocument/2006/relationships/image" Target="../media/image81.png"/><Relationship Id="rId135" Type="http://schemas.openxmlformats.org/officeDocument/2006/relationships/image" Target="../media/image174.svg"/><Relationship Id="rId143" Type="http://schemas.openxmlformats.org/officeDocument/2006/relationships/image" Target="../media/image292.svg"/><Relationship Id="rId148" Type="http://schemas.openxmlformats.org/officeDocument/2006/relationships/image" Target="../media/image98.png"/><Relationship Id="rId81" Type="http://schemas.openxmlformats.org/officeDocument/2006/relationships/image" Target="../media/image400.svg"/><Relationship Id="rId151" Type="http://schemas.openxmlformats.org/officeDocument/2006/relationships/image" Target="../media/image101.png"/><Relationship Id="rId99" Type="http://schemas.openxmlformats.org/officeDocument/2006/relationships/image" Target="../media/image418.svg"/><Relationship Id="rId156" Type="http://schemas.openxmlformats.org/officeDocument/2006/relationships/image" Target="../media/image454.svg"/><Relationship Id="rId164" Type="http://schemas.openxmlformats.org/officeDocument/2006/relationships/image" Target="../media/image472.svg"/><Relationship Id="rId169" Type="http://schemas.openxmlformats.org/officeDocument/2006/relationships/image" Target="../media/image114.png"/><Relationship Id="rId177" Type="http://schemas.openxmlformats.org/officeDocument/2006/relationships/image" Target="../media/image119.png"/><Relationship Id="rId185" Type="http://schemas.openxmlformats.org/officeDocument/2006/relationships/image" Target="../media/image634.svg"/><Relationship Id="rId198" Type="http://schemas.openxmlformats.org/officeDocument/2006/relationships/image" Target="../media/image131.png"/><Relationship Id="rId9" Type="http://schemas.openxmlformats.org/officeDocument/2006/relationships/image" Target="../media/image48.svg"/><Relationship Id="rId172" Type="http://schemas.openxmlformats.org/officeDocument/2006/relationships/image" Target="../media/image498.svg"/><Relationship Id="rId180" Type="http://schemas.openxmlformats.org/officeDocument/2006/relationships/image" Target="../media/image614.svg"/><Relationship Id="rId193" Type="http://schemas.openxmlformats.org/officeDocument/2006/relationships/image" Target="../media/image128.png"/><Relationship Id="rId13" Type="http://schemas.openxmlformats.org/officeDocument/2006/relationships/image" Target="../media/image52.svg"/><Relationship Id="rId39" Type="http://schemas.openxmlformats.org/officeDocument/2006/relationships/image" Target="../media/image78.svg"/><Relationship Id="rId109" Type="http://schemas.openxmlformats.org/officeDocument/2006/relationships/image" Target="../media/image148.svg"/><Relationship Id="rId55" Type="http://schemas.openxmlformats.org/officeDocument/2006/relationships/image" Target="../media/image94.svg"/><Relationship Id="rId97" Type="http://schemas.openxmlformats.org/officeDocument/2006/relationships/image" Target="../media/image136.svg"/><Relationship Id="rId120" Type="http://schemas.openxmlformats.org/officeDocument/2006/relationships/image" Target="../media/image87.png"/><Relationship Id="rId125" Type="http://schemas.openxmlformats.org/officeDocument/2006/relationships/image" Target="../media/image164.svg"/><Relationship Id="rId141" Type="http://schemas.openxmlformats.org/officeDocument/2006/relationships/image" Target="../media/image250.svg"/><Relationship Id="rId146" Type="http://schemas.openxmlformats.org/officeDocument/2006/relationships/image" Target="../media/image298.svg"/><Relationship Id="rId167" Type="http://schemas.openxmlformats.org/officeDocument/2006/relationships/image" Target="../media/image113.png"/><Relationship Id="rId188" Type="http://schemas.openxmlformats.org/officeDocument/2006/relationships/image" Target="../media/image125.png"/><Relationship Id="rId71" Type="http://schemas.openxmlformats.org/officeDocument/2006/relationships/image" Target="../media/image110.svg"/><Relationship Id="rId92" Type="http://schemas.openxmlformats.org/officeDocument/2006/relationships/image" Target="../media/image80.png"/><Relationship Id="rId162" Type="http://schemas.openxmlformats.org/officeDocument/2006/relationships/image" Target="../media/image109.png"/><Relationship Id="rId183" Type="http://schemas.openxmlformats.org/officeDocument/2006/relationships/image" Target="../media/image632.svg"/><Relationship Id="rId7" Type="http://schemas.openxmlformats.org/officeDocument/2006/relationships/image" Target="../media/image466.svg"/><Relationship Id="rId2" Type="http://schemas.openxmlformats.org/officeDocument/2006/relationships/image" Target="../media/image62.png"/><Relationship Id="rId29" Type="http://schemas.openxmlformats.org/officeDocument/2006/relationships/image" Target="../media/image628.svg"/><Relationship Id="rId24" Type="http://schemas.openxmlformats.org/officeDocument/2006/relationships/image" Target="../media/image66.png"/><Relationship Id="rId40" Type="http://schemas.openxmlformats.org/officeDocument/2006/relationships/image" Target="../media/image68.png"/><Relationship Id="rId110" Type="http://schemas.openxmlformats.org/officeDocument/2006/relationships/image" Target="../media/image84.png"/><Relationship Id="rId131" Type="http://schemas.openxmlformats.org/officeDocument/2006/relationships/image" Target="../media/image170.svg"/><Relationship Id="rId136" Type="http://schemas.openxmlformats.org/officeDocument/2006/relationships/image" Target="../media/image92.png"/><Relationship Id="rId87" Type="http://schemas.openxmlformats.org/officeDocument/2006/relationships/image" Target="../media/image406.svg"/><Relationship Id="rId157" Type="http://schemas.openxmlformats.org/officeDocument/2006/relationships/image" Target="../media/image105.png"/><Relationship Id="rId178" Type="http://schemas.openxmlformats.org/officeDocument/2006/relationships/image" Target="../media/image540.svg"/><Relationship Id="rId61" Type="http://schemas.openxmlformats.org/officeDocument/2006/relationships/image" Target="../media/image100.svg"/><Relationship Id="rId152" Type="http://schemas.openxmlformats.org/officeDocument/2006/relationships/image" Target="../media/image102.png"/><Relationship Id="rId173" Type="http://schemas.openxmlformats.org/officeDocument/2006/relationships/image" Target="../media/image117.png"/><Relationship Id="rId194" Type="http://schemas.openxmlformats.org/officeDocument/2006/relationships/image" Target="../media/image734.svg"/><Relationship Id="rId199" Type="http://schemas.openxmlformats.org/officeDocument/2006/relationships/image" Target="../media/image132.png"/><Relationship Id="rId19" Type="http://schemas.openxmlformats.org/officeDocument/2006/relationships/image" Target="../media/image58.svg"/><Relationship Id="rId14" Type="http://schemas.openxmlformats.org/officeDocument/2006/relationships/image" Target="../media/image64.png"/><Relationship Id="rId56" Type="http://schemas.openxmlformats.org/officeDocument/2006/relationships/image" Target="../media/image72.png"/><Relationship Id="rId77" Type="http://schemas.openxmlformats.org/officeDocument/2006/relationships/image" Target="../media/image116.svg"/><Relationship Id="rId105" Type="http://schemas.openxmlformats.org/officeDocument/2006/relationships/image" Target="../media/image144.svg"/><Relationship Id="rId126" Type="http://schemas.openxmlformats.org/officeDocument/2006/relationships/image" Target="../media/image88.png"/><Relationship Id="rId147" Type="http://schemas.openxmlformats.org/officeDocument/2006/relationships/image" Target="../media/image97.png"/><Relationship Id="rId168" Type="http://schemas.openxmlformats.org/officeDocument/2006/relationships/image" Target="../media/image490.svg"/><Relationship Id="rId35" Type="http://schemas.openxmlformats.org/officeDocument/2006/relationships/image" Target="../media/image494.svg"/><Relationship Id="rId72" Type="http://schemas.openxmlformats.org/officeDocument/2006/relationships/image" Target="../media/image77.png"/><Relationship Id="rId93" Type="http://schemas.openxmlformats.org/officeDocument/2006/relationships/image" Target="../media/image132.svg"/><Relationship Id="rId98" Type="http://schemas.openxmlformats.org/officeDocument/2006/relationships/image" Target="../media/image82.png"/><Relationship Id="rId142" Type="http://schemas.openxmlformats.org/officeDocument/2006/relationships/image" Target="../media/image94.png"/><Relationship Id="rId163" Type="http://schemas.openxmlformats.org/officeDocument/2006/relationships/image" Target="../media/image110.png"/><Relationship Id="rId184" Type="http://schemas.openxmlformats.org/officeDocument/2006/relationships/image" Target="../media/image123.png"/><Relationship Id="rId51" Type="http://schemas.openxmlformats.org/officeDocument/2006/relationships/image" Target="../media/image650.svg"/><Relationship Id="rId189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ctrTitle"/>
          </p:nvPr>
        </p:nvSpPr>
        <p:spPr>
          <a:xfrm>
            <a:off x="1046781" y="1540770"/>
            <a:ext cx="10290003" cy="2276995"/>
          </a:xfrm>
        </p:spPr>
        <p:txBody>
          <a:bodyPr>
            <a:normAutofit/>
          </a:bodyPr>
          <a:lstStyle/>
          <a:p>
            <a:r>
              <a:rPr lang="ru-RU" dirty="0" smtClean="0"/>
              <a:t>ЗАГОЛОВОК ПРОПИСНЫМИ БУКВАМИ</a:t>
            </a:r>
            <a:endParaRPr lang="ru-RU" dirty="0">
              <a:latin typeface="Fedra Sans Pro" panose="020B0504040000020004" pitchFamily="34" charset="0"/>
            </a:endParaRPr>
          </a:p>
        </p:txBody>
      </p:sp>
      <p:sp>
        <p:nvSpPr>
          <p:cNvPr id="21" name="Подзаголовок 2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Подзаголовок </a:t>
            </a:r>
            <a:endParaRPr lang="ru-RU" dirty="0"/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557" y="1208181"/>
            <a:ext cx="1785592" cy="77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РАБОТА С ПРЕЗЕНТАЦИЕЙ 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76263" y="1116013"/>
            <a:ext cx="449103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sz="1400" dirty="0" smtClean="0">
                <a:latin typeface="Fedra Sans Pro" panose="020B0504040000020004" pitchFamily="34" charset="0"/>
              </a:rPr>
              <a:t>Каждый слайд можно использовать полностью. Блоки с разных слайдов можно объединять в один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sz="1400" dirty="0" smtClean="0">
                <a:latin typeface="Fedra Sans Pro" panose="020B0504040000020004" pitchFamily="34" charset="0"/>
              </a:rPr>
              <a:t>Красные направляющие линии указывают границы для информации за которые                     не стоит заступать. Синие горизонтальные направляющие линии, показывают рекомендуемое место верхнего блока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sz="1400" dirty="0" smtClean="0">
                <a:latin typeface="Fedra Sans Pro" panose="020B0504040000020004" pitchFamily="34" charset="0"/>
              </a:rPr>
              <a:t>Основные цвета в палитре. Цвет текста – черный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sz="1400" dirty="0" smtClean="0">
                <a:latin typeface="Fedra Sans Pro" panose="020B0504040000020004" pitchFamily="34" charset="0"/>
              </a:rPr>
              <a:t>Основные </a:t>
            </a:r>
            <a:r>
              <a:rPr lang="ru-RU" sz="1400" dirty="0">
                <a:latin typeface="Fedra Sans Pro" panose="020B0504040000020004" pitchFamily="34" charset="0"/>
              </a:rPr>
              <a:t>шрифты: </a:t>
            </a:r>
            <a:r>
              <a:rPr lang="en-US" sz="1400" dirty="0" err="1">
                <a:latin typeface="Fedra Sans Pro Bold" panose="020B0804040000020004" pitchFamily="34" charset="0"/>
              </a:rPr>
              <a:t>Fedra</a:t>
            </a:r>
            <a:r>
              <a:rPr lang="en-US" sz="1400" dirty="0">
                <a:latin typeface="Fedra Sans Pro Bold" panose="020B0804040000020004" pitchFamily="34" charset="0"/>
              </a:rPr>
              <a:t> Sans Pro Bold</a:t>
            </a:r>
            <a:r>
              <a:rPr lang="ru-RU" sz="1400" dirty="0">
                <a:latin typeface="Fedra Sans Pro Bold" panose="020B0804040000020004" pitchFamily="34" charset="0"/>
              </a:rPr>
              <a:t> </a:t>
            </a:r>
            <a:r>
              <a:rPr lang="ru-RU" sz="1400" dirty="0">
                <a:latin typeface="Fedra Sans Pro" panose="020B0504040000020004" pitchFamily="34" charset="0"/>
              </a:rPr>
              <a:t>(заголовок/подзаголовок), </a:t>
            </a:r>
            <a:r>
              <a:rPr lang="en-US" sz="1400" dirty="0" err="1">
                <a:latin typeface="Fedra Sans Pro" panose="020B0504040000020004" pitchFamily="34" charset="0"/>
              </a:rPr>
              <a:t>Fedra</a:t>
            </a:r>
            <a:r>
              <a:rPr lang="en-US" sz="1400" dirty="0">
                <a:latin typeface="Fedra Sans Pro" panose="020B0504040000020004" pitchFamily="34" charset="0"/>
              </a:rPr>
              <a:t> Sans Pro</a:t>
            </a:r>
            <a:r>
              <a:rPr lang="ru-RU" sz="1400" dirty="0">
                <a:latin typeface="Fedra Sans Pro" panose="020B0504040000020004" pitchFamily="34" charset="0"/>
              </a:rPr>
              <a:t>, </a:t>
            </a:r>
            <a:r>
              <a:rPr lang="en-US" sz="1400" dirty="0" err="1">
                <a:latin typeface="Fedra Sans Alt Pro Light" panose="020B0304040000020004" pitchFamily="34" charset="0"/>
              </a:rPr>
              <a:t>Fedra</a:t>
            </a:r>
            <a:r>
              <a:rPr lang="en-US" sz="1400" dirty="0">
                <a:latin typeface="Fedra Sans Alt Pro Light" panose="020B0304040000020004" pitchFamily="34" charset="0"/>
              </a:rPr>
              <a:t> Sans Cond Pro Light </a:t>
            </a:r>
            <a:r>
              <a:rPr lang="ru-RU" sz="1400" dirty="0">
                <a:latin typeface="Fedra Sans Alt Pro Light" panose="020B0304040000020004" pitchFamily="34" charset="0"/>
              </a:rPr>
              <a:t>(основной текст). Для цифр можно использовать </a:t>
            </a:r>
            <a:r>
              <a:rPr lang="en-US" sz="1400" dirty="0">
                <a:latin typeface="Arial Black" panose="020B0A04020102020204" pitchFamily="34" charset="0"/>
              </a:rPr>
              <a:t>Arial Black </a:t>
            </a:r>
            <a:r>
              <a:rPr lang="ru-RU" sz="1400" dirty="0">
                <a:latin typeface="Fedra Sans Pro" panose="020B0504040000020004" pitchFamily="34" charset="0"/>
              </a:rPr>
              <a:t>или</a:t>
            </a:r>
            <a:r>
              <a:rPr lang="ru-RU" sz="1400" dirty="0">
                <a:latin typeface="Arial Black" panose="020B0A04020102020204" pitchFamily="34" charset="0"/>
              </a:rPr>
              <a:t> </a:t>
            </a:r>
            <a:r>
              <a:rPr lang="en-US" sz="1400" dirty="0">
                <a:latin typeface="Arial Narrow" panose="020B0606020202030204" pitchFamily="34" charset="0"/>
              </a:rPr>
              <a:t>Arial </a:t>
            </a:r>
            <a:r>
              <a:rPr lang="en-US" sz="1400" dirty="0" smtClean="0">
                <a:latin typeface="Arial Narrow" panose="020B0606020202030204" pitchFamily="34" charset="0"/>
              </a:rPr>
              <a:t>Narrow</a:t>
            </a:r>
            <a:endParaRPr lang="ru-RU" sz="1400" dirty="0" smtClean="0">
              <a:latin typeface="Fedra Sans Pro" panose="020B05040400000200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sz="1400" dirty="0" smtClean="0">
                <a:latin typeface="Fedra Sans Pro" panose="020B0504040000020004" pitchFamily="34" charset="0"/>
              </a:rPr>
              <a:t>Фото и логотипы использовать в серых (ч/б) тонах (скриншот) 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788" y="3207212"/>
            <a:ext cx="5437187" cy="103423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/>
          <a:srcRect r="28129"/>
          <a:stretch/>
        </p:blipFill>
        <p:spPr>
          <a:xfrm>
            <a:off x="6077016" y="1187450"/>
            <a:ext cx="5441949" cy="1104756"/>
          </a:xfrm>
          <a:prstGeom prst="rect">
            <a:avLst/>
          </a:prstGeom>
        </p:spPr>
      </p:pic>
      <p:grpSp>
        <p:nvGrpSpPr>
          <p:cNvPr id="18" name="Группа 17"/>
          <p:cNvGrpSpPr/>
          <p:nvPr/>
        </p:nvGrpSpPr>
        <p:grpSpPr>
          <a:xfrm>
            <a:off x="6063007" y="4688115"/>
            <a:ext cx="5469968" cy="707576"/>
            <a:chOff x="6063007" y="5078640"/>
            <a:chExt cx="5469968" cy="707576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 rot="5400000">
              <a:off x="9652483" y="5102216"/>
              <a:ext cx="684000" cy="684000"/>
            </a:xfrm>
            <a:prstGeom prst="ellipse">
              <a:avLst/>
            </a:prstGeom>
            <a:solidFill>
              <a:srgbClr val="00B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 rot="5400000">
              <a:off x="8455991" y="5102216"/>
              <a:ext cx="684000" cy="684000"/>
            </a:xfrm>
            <a:prstGeom prst="ellipse">
              <a:avLst/>
            </a:prstGeom>
            <a:solidFill>
              <a:srgbClr val="006D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 rot="5400000">
              <a:off x="7259499" y="5102216"/>
              <a:ext cx="684000" cy="684000"/>
            </a:xfrm>
            <a:prstGeom prst="ellipse">
              <a:avLst/>
            </a:prstGeom>
            <a:solidFill>
              <a:srgbClr val="164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 rot="5400000">
              <a:off x="6063007" y="5078640"/>
              <a:ext cx="684000" cy="684000"/>
            </a:xfrm>
            <a:prstGeom prst="ellipse">
              <a:avLst/>
            </a:prstGeom>
            <a:solidFill>
              <a:srgbClr val="9F70A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Овал 12"/>
            <p:cNvSpPr/>
            <p:nvPr/>
          </p:nvSpPr>
          <p:spPr>
            <a:xfrm>
              <a:off x="10848975" y="5102215"/>
              <a:ext cx="684000" cy="684000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711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АКЦЕНТНЫЕ ЦИФРЫ. ВАРИАНТ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 smtClean="0"/>
              <a:t>название презентации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3</a:t>
            </a:fld>
            <a:endParaRPr lang="ru-RU" dirty="0"/>
          </a:p>
        </p:txBody>
      </p:sp>
      <p:grpSp>
        <p:nvGrpSpPr>
          <p:cNvPr id="8" name="Группа 7"/>
          <p:cNvGrpSpPr/>
          <p:nvPr/>
        </p:nvGrpSpPr>
        <p:grpSpPr>
          <a:xfrm>
            <a:off x="6591297" y="1550124"/>
            <a:ext cx="4929188" cy="3123468"/>
            <a:chOff x="6667500" y="1388044"/>
            <a:chExt cx="4929188" cy="3123468"/>
          </a:xfrm>
        </p:grpSpPr>
        <p:sp>
          <p:nvSpPr>
            <p:cNvPr id="20" name="Прямоугольник 19"/>
            <p:cNvSpPr/>
            <p:nvPr/>
          </p:nvSpPr>
          <p:spPr>
            <a:xfrm>
              <a:off x="6667500" y="1388044"/>
              <a:ext cx="4929188" cy="360000"/>
            </a:xfrm>
            <a:prstGeom prst="rect">
              <a:avLst/>
            </a:prstGeom>
            <a:noFill/>
            <a:ln w="19050">
              <a:solidFill>
                <a:srgbClr val="9460A4"/>
              </a:solidFill>
            </a:ln>
          </p:spPr>
          <p:txBody>
            <a:bodyPr wrap="square" rtlCol="0" anchor="b">
              <a:spAutoFit/>
            </a:bodyPr>
            <a:lstStyle/>
            <a:p>
              <a:pPr algn="ctr"/>
              <a:endParaRPr lang="ru-RU" sz="1400" dirty="0" smtClean="0">
                <a:latin typeface="Montserrat" panose="00000500000000000000" pitchFamily="2" charset="-52"/>
                <a:ea typeface="Fedra Sans Alt Pro Light" charset="0"/>
                <a:cs typeface="Fedra Sans Alt Pro Light" charset="0"/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6781195" y="1488849"/>
              <a:ext cx="410561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200"/>
                </a:lnSpc>
                <a:spcAft>
                  <a:spcPts val="600"/>
                </a:spcAft>
                <a:defRPr/>
              </a:pPr>
              <a:r>
                <a:rPr lang="ru-RU" sz="1400" dirty="0" smtClean="0">
                  <a:latin typeface="Fedra Sans Pro Bold" panose="020B0804040000020004" pitchFamily="34" charset="0"/>
                </a:rPr>
                <a:t>ПЕРЕЧИСЛЕНИЕ БУЛЛИТАМИ/ЦИФРАМИ</a:t>
              </a:r>
              <a:endParaRPr lang="ru-RU" sz="14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6786106" y="1982615"/>
              <a:ext cx="4748613" cy="25288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 smtClean="0">
                  <a:latin typeface="Fedra Sans Pro" panose="020B0504040000020004" pitchFamily="34" charset="0"/>
                </a:rPr>
                <a:t>актуализация </a:t>
              </a:r>
              <a:r>
                <a:rPr lang="ru-RU" sz="1100" dirty="0">
                  <a:latin typeface="Fedra Sans Pro" panose="020B0504040000020004" pitchFamily="34" charset="0"/>
                </a:rPr>
                <a:t>общеуниверситетского банка </a:t>
              </a:r>
              <a:r>
                <a:rPr lang="ru-RU" sz="1100" dirty="0" err="1" smtClean="0">
                  <a:latin typeface="Fedra Sans Pro" panose="020B0504040000020004" pitchFamily="34" charset="0"/>
                </a:rPr>
                <a:t>элективов</a:t>
              </a:r>
              <a:r>
                <a:rPr lang="ru-RU" sz="1100" dirty="0" smtClean="0">
                  <a:latin typeface="Fedra Sans Pro" panose="020B0504040000020004" pitchFamily="34" charset="0"/>
                </a:rPr>
                <a:t> </a:t>
              </a:r>
              <a:r>
                <a:rPr lang="ru-RU" sz="1100" dirty="0">
                  <a:latin typeface="Fedra Sans Pro" panose="020B0504040000020004" pitchFamily="34" charset="0"/>
                </a:rPr>
                <a:t>и банка модулей </a:t>
              </a:r>
              <a:r>
                <a:rPr lang="ru-RU" sz="1100" dirty="0" err="1">
                  <a:latin typeface="Fedra Sans Pro" panose="020B0504040000020004" pitchFamily="34" charset="0"/>
                </a:rPr>
                <a:t>Minor</a:t>
              </a:r>
              <a:r>
                <a:rPr lang="ru-RU" sz="1100" dirty="0">
                  <a:latin typeface="Fedra Sans Pro" panose="020B0504040000020004" pitchFamily="34" charset="0"/>
                </a:rPr>
                <a:t>, для получения дополнительной квалификации</a:t>
              </a: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 smtClean="0">
                  <a:latin typeface="Fedra Sans Pro" panose="020B0504040000020004" pitchFamily="34" charset="0"/>
                </a:rPr>
                <a:t>проектирование </a:t>
              </a:r>
              <a:r>
                <a:rPr lang="ru-RU" sz="1100" dirty="0">
                  <a:latin typeface="Fedra Sans Pro" panose="020B0504040000020004" pitchFamily="34" charset="0"/>
                </a:rPr>
                <a:t>институциональных </a:t>
              </a:r>
              <a:r>
                <a:rPr lang="ru-RU" sz="1100" dirty="0" smtClean="0">
                  <a:latin typeface="Fedra Sans Pro" panose="020B0504040000020004" pitchFamily="34" charset="0"/>
                </a:rPr>
                <a:t>преобразований                         в университете</a:t>
              </a:r>
              <a:endParaRPr lang="ru-RU" sz="1100" dirty="0">
                <a:latin typeface="Fedra Sans Pro" panose="020B0504040000020004" pitchFamily="34" charset="0"/>
              </a:endParaRP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>
                  <a:latin typeface="Fedra Sans Pro" panose="020B0504040000020004" pitchFamily="34" charset="0"/>
                </a:rPr>
                <a:t>проведение </a:t>
              </a:r>
              <a:r>
                <a:rPr lang="ru-RU" sz="1100" dirty="0" smtClean="0">
                  <a:latin typeface="Fedra Sans Pro" panose="020B0504040000020004" pitchFamily="34" charset="0"/>
                </a:rPr>
                <a:t>экономической оценки эффективности реализуемых </a:t>
              </a:r>
              <a:r>
                <a:rPr lang="ru-RU" sz="1100" dirty="0">
                  <a:latin typeface="Fedra Sans Pro" panose="020B0504040000020004" pitchFamily="34" charset="0"/>
                </a:rPr>
                <a:t>образовательных </a:t>
              </a:r>
              <a:r>
                <a:rPr lang="ru-RU" sz="1100" dirty="0" smtClean="0">
                  <a:latin typeface="Fedra Sans Pro" panose="020B0504040000020004" pitchFamily="34" charset="0"/>
                </a:rPr>
                <a:t>программ</a:t>
              </a:r>
              <a:endParaRPr lang="ru-RU" sz="1100" dirty="0">
                <a:latin typeface="Fedra Sans Pro" panose="020B0504040000020004" pitchFamily="34" charset="0"/>
              </a:endParaRP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 smtClean="0">
                  <a:latin typeface="Fedra Sans Pro" panose="020B0504040000020004" pitchFamily="34" charset="0"/>
                </a:rPr>
                <a:t>автоматизация ряда </a:t>
              </a:r>
              <a:r>
                <a:rPr lang="ru-RU" sz="1100" dirty="0">
                  <a:latin typeface="Fedra Sans Pro" panose="020B0504040000020004" pitchFamily="34" charset="0"/>
                </a:rPr>
                <a:t>процессов сопровождения  образовательной деятельности</a:t>
              </a: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>
                  <a:latin typeface="Fedra Sans Pro" panose="020B0504040000020004" pitchFamily="34" charset="0"/>
                </a:rPr>
                <a:t> увеличение </a:t>
              </a:r>
              <a:r>
                <a:rPr lang="ru-RU" sz="1100" dirty="0" smtClean="0">
                  <a:latin typeface="Fedra Sans Pro" panose="020B0504040000020004" pitchFamily="34" charset="0"/>
                </a:rPr>
                <a:t>доходов от </a:t>
              </a:r>
              <a:r>
                <a:rPr lang="ru-RU" sz="1100" dirty="0">
                  <a:latin typeface="Fedra Sans Pro" panose="020B0504040000020004" pitchFamily="34" charset="0"/>
                </a:rPr>
                <a:t>реализации </a:t>
              </a:r>
              <a:r>
                <a:rPr lang="ru-RU" sz="1100" dirty="0" smtClean="0">
                  <a:latin typeface="Fedra Sans Pro" panose="020B0504040000020004" pitchFamily="34" charset="0"/>
                </a:rPr>
                <a:t>ДПО на 25% до 100  </a:t>
              </a:r>
              <a:r>
                <a:rPr lang="ru-RU" sz="1100" dirty="0">
                  <a:latin typeface="Fedra Sans Pro" panose="020B0504040000020004" pitchFamily="34" charset="0"/>
                </a:rPr>
                <a:t>млн. </a:t>
              </a:r>
              <a:r>
                <a:rPr lang="ru-RU" sz="1100" dirty="0" smtClean="0">
                  <a:latin typeface="Fedra Sans Pro" panose="020B0504040000020004" pitchFamily="34" charset="0"/>
                </a:rPr>
                <a:t>р.</a:t>
              </a: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>
                  <a:latin typeface="Fedra Sans Pro" panose="020B0504040000020004" pitchFamily="34" charset="0"/>
                </a:rPr>
                <a:t>трансформация модели проектного управления</a:t>
              </a:r>
            </a:p>
            <a:p>
              <a:pPr marL="177800" marR="5090" indent="-177800">
                <a:lnSpc>
                  <a:spcPts val="14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ru-RU" sz="1100" dirty="0">
                  <a:latin typeface="Fedra Sans Pro" panose="020B0504040000020004" pitchFamily="34" charset="0"/>
                </a:rPr>
                <a:t>модификация образовательного </a:t>
              </a:r>
              <a:r>
                <a:rPr lang="ru-RU" sz="1100" dirty="0" smtClean="0">
                  <a:latin typeface="Fedra Sans Pro" panose="020B0504040000020004" pitchFamily="34" charset="0"/>
                </a:rPr>
                <a:t>пространства</a:t>
              </a:r>
            </a:p>
          </p:txBody>
        </p:sp>
      </p:grpSp>
      <p:sp>
        <p:nvSpPr>
          <p:cNvPr id="38" name="Прямоугольник 37"/>
          <p:cNvSpPr/>
          <p:nvPr/>
        </p:nvSpPr>
        <p:spPr>
          <a:xfrm>
            <a:off x="2723739" y="3427126"/>
            <a:ext cx="6383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0700" indent="-1790700"/>
            <a:r>
              <a:rPr lang="ru-RU" sz="1600" dirty="0">
                <a:solidFill>
                  <a:srgbClr val="9460A4"/>
                </a:solidFill>
                <a:latin typeface="Fedra Sans Pro Bold" panose="020B0804040000020004" pitchFamily="34" charset="0"/>
                <a:cs typeface="Arial" panose="020B0604020202020204" pitchFamily="34" charset="0"/>
              </a:rPr>
              <a:t>чел.</a:t>
            </a:r>
            <a:endParaRPr lang="ru-RU" sz="1400" dirty="0">
              <a:solidFill>
                <a:srgbClr val="9460A4"/>
              </a:solidFill>
              <a:latin typeface="Fedra Sans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863985" y="2506623"/>
            <a:ext cx="3103088" cy="101566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1790700" indent="-1790700"/>
            <a:r>
              <a:rPr lang="ru-RU" sz="6000" dirty="0" smtClean="0">
                <a:solidFill>
                  <a:srgbClr val="9460A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00000</a:t>
            </a:r>
            <a:endParaRPr lang="ru-RU" sz="6000" dirty="0">
              <a:solidFill>
                <a:srgbClr val="9460A4"/>
              </a:solidFill>
              <a:latin typeface="Fedra Sans Pro Bold" panose="020B08040400000200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" descr="https://avatars.mds.yandex.net/i?id=547c9ce65af775878b5fde9fb7fd6866_l-3829421-images-thumbs&amp;n=1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831" y="1512764"/>
            <a:ext cx="1058774" cy="84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Прямоугольник 24"/>
          <p:cNvSpPr/>
          <p:nvPr/>
        </p:nvSpPr>
        <p:spPr>
          <a:xfrm>
            <a:off x="3934874" y="2528098"/>
            <a:ext cx="2013386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400" dirty="0" smtClean="0">
                <a:latin typeface="Arial Black" panose="020B0A04020102020204" pitchFamily="34" charset="0"/>
              </a:rPr>
              <a:t>00000 </a:t>
            </a:r>
            <a:r>
              <a:rPr lang="ru-RU" sz="1400" dirty="0" smtClean="0">
                <a:latin typeface="Fedra Sans Pro" panose="020B0504040000020004" pitchFamily="34" charset="0"/>
              </a:rPr>
              <a:t>-  ИДДО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3918951" y="3032868"/>
            <a:ext cx="2072938" cy="281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   </a:t>
            </a:r>
            <a:r>
              <a:rPr lang="ru-RU" sz="1400" dirty="0" smtClean="0">
                <a:latin typeface="Arial Black" panose="020B0A04020102020204" pitchFamily="34" charset="0"/>
              </a:rPr>
              <a:t>000 </a:t>
            </a:r>
            <a:r>
              <a:rPr lang="ru-RU" sz="1100" dirty="0" smtClean="0">
                <a:latin typeface="Fedra Sans Pro" panose="020B0504040000020004" pitchFamily="34" charset="0"/>
              </a:rPr>
              <a:t> </a:t>
            </a:r>
            <a:r>
              <a:rPr lang="ru-RU" sz="1400" dirty="0" smtClean="0">
                <a:latin typeface="Fedra Sans Pro" panose="020B0504040000020004" pitchFamily="34" charset="0"/>
              </a:rPr>
              <a:t>-  Тобольск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3926843" y="3546809"/>
            <a:ext cx="2232460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   </a:t>
            </a:r>
            <a:r>
              <a:rPr lang="ru-RU" sz="1400" dirty="0" smtClean="0">
                <a:latin typeface="Arial Black" panose="020B0A04020102020204" pitchFamily="34" charset="0"/>
              </a:rPr>
              <a:t>000 </a:t>
            </a:r>
            <a:r>
              <a:rPr lang="ru-RU" sz="1100" dirty="0" smtClean="0">
                <a:latin typeface="Fedra Sans Pro" panose="020B0504040000020004" pitchFamily="34" charset="0"/>
              </a:rPr>
              <a:t> </a:t>
            </a:r>
            <a:r>
              <a:rPr lang="ru-RU" sz="1400" dirty="0" smtClean="0">
                <a:latin typeface="Fedra Sans Pro" panose="020B0504040000020004" pitchFamily="34" charset="0"/>
              </a:rPr>
              <a:t>-  Ноябрьск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3601642" y="2652619"/>
            <a:ext cx="365431" cy="1004168"/>
            <a:chOff x="4097998" y="2969873"/>
            <a:chExt cx="447832" cy="1004168"/>
          </a:xfrm>
        </p:grpSpPr>
        <p:cxnSp>
          <p:nvCxnSpPr>
            <p:cNvPr id="35" name="Прямая соединительная линия 34"/>
            <p:cNvCxnSpPr/>
            <p:nvPr/>
          </p:nvCxnSpPr>
          <p:spPr>
            <a:xfrm flipH="1">
              <a:off x="4150391" y="2969873"/>
              <a:ext cx="360000" cy="0"/>
            </a:xfrm>
            <a:prstGeom prst="line">
              <a:avLst/>
            </a:prstGeom>
            <a:ln w="19050">
              <a:solidFill>
                <a:srgbClr val="9460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 flipH="1" flipV="1">
              <a:off x="4221830" y="3471957"/>
              <a:ext cx="324000" cy="0"/>
            </a:xfrm>
            <a:prstGeom prst="line">
              <a:avLst/>
            </a:prstGeom>
            <a:ln w="19050">
              <a:solidFill>
                <a:srgbClr val="9460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flipH="1">
              <a:off x="4097998" y="3974041"/>
              <a:ext cx="432000" cy="0"/>
            </a:xfrm>
            <a:prstGeom prst="line">
              <a:avLst/>
            </a:prstGeom>
            <a:ln w="19050">
              <a:solidFill>
                <a:srgbClr val="9460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Прямоугольник 38"/>
          <p:cNvSpPr/>
          <p:nvPr/>
        </p:nvSpPr>
        <p:spPr>
          <a:xfrm>
            <a:off x="2544907" y="1815682"/>
            <a:ext cx="211347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600"/>
              </a:spcAft>
              <a:defRPr/>
            </a:pPr>
            <a:r>
              <a:rPr lang="ru-RU" sz="1400" dirty="0" smtClean="0">
                <a:latin typeface="Fedra Sans Pro Bold" panose="020B0804040000020004" pitchFamily="34" charset="0"/>
              </a:rPr>
              <a:t>ПОКАЗАТЕЛЬ</a:t>
            </a:r>
          </a:p>
        </p:txBody>
      </p:sp>
      <p:sp>
        <p:nvSpPr>
          <p:cNvPr id="40" name="Дуга 39"/>
          <p:cNvSpPr/>
          <p:nvPr/>
        </p:nvSpPr>
        <p:spPr>
          <a:xfrm rot="3968417">
            <a:off x="653019" y="1555100"/>
            <a:ext cx="3060000" cy="3060000"/>
          </a:xfrm>
          <a:prstGeom prst="arc">
            <a:avLst>
              <a:gd name="adj1" fmla="val 16200000"/>
              <a:gd name="adj2" fmla="val 13278800"/>
            </a:avLst>
          </a:prstGeom>
          <a:ln w="19050">
            <a:solidFill>
              <a:srgbClr val="946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/>
          <p:cNvSpPr/>
          <p:nvPr/>
        </p:nvSpPr>
        <p:spPr>
          <a:xfrm>
            <a:off x="6359702" y="5250908"/>
            <a:ext cx="5022673" cy="251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/>
            </a:pPr>
            <a:r>
              <a:rPr lang="ru-RU" sz="1000" dirty="0">
                <a:latin typeface="Fedra Sans Pro" panose="020B0504040000020004" pitchFamily="34" charset="0"/>
              </a:rPr>
              <a:t>ЦИФРА / ТЕКСТ</a:t>
            </a:r>
          </a:p>
        </p:txBody>
      </p:sp>
      <p:sp>
        <p:nvSpPr>
          <p:cNvPr id="42" name="Прямоугольник 41"/>
          <p:cNvSpPr/>
          <p:nvPr/>
        </p:nvSpPr>
        <p:spPr>
          <a:xfrm>
            <a:off x="2913973" y="5250908"/>
            <a:ext cx="128272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50" dirty="0" smtClean="0">
                <a:latin typeface="Fedra Sans Pro Bold" panose="020B0804040000020004" pitchFamily="34" charset="0"/>
              </a:rPr>
              <a:t>ЦИФРА</a:t>
            </a:r>
            <a:r>
              <a:rPr lang="ru-RU" sz="1050" dirty="0">
                <a:latin typeface="Fedra Sans Pro Bold" panose="020B0804040000020004" pitchFamily="34" charset="0"/>
              </a:rPr>
              <a:t> </a:t>
            </a:r>
            <a:r>
              <a:rPr lang="ru-RU" sz="1050" dirty="0" smtClean="0">
                <a:latin typeface="Fedra Sans Pro Bold" panose="020B0804040000020004" pitchFamily="34" charset="0"/>
              </a:rPr>
              <a:t>/ ТЕКСТ</a:t>
            </a:r>
          </a:p>
        </p:txBody>
      </p:sp>
      <p:sp>
        <p:nvSpPr>
          <p:cNvPr id="43" name="Прямоугольник 42"/>
          <p:cNvSpPr/>
          <p:nvPr/>
        </p:nvSpPr>
        <p:spPr>
          <a:xfrm>
            <a:off x="576264" y="5165256"/>
            <a:ext cx="2130827" cy="776618"/>
          </a:xfrm>
          <a:prstGeom prst="rect">
            <a:avLst/>
          </a:prstGeom>
          <a:solidFill>
            <a:srgbClr val="9460A4"/>
          </a:solidFill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/>
          <p:cNvSpPr/>
          <p:nvPr/>
        </p:nvSpPr>
        <p:spPr>
          <a:xfrm>
            <a:off x="956928" y="5297486"/>
            <a:ext cx="1552044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600"/>
              </a:spcAft>
              <a:defRPr/>
            </a:pPr>
            <a:r>
              <a:rPr lang="ru-RU" sz="1400" dirty="0" smtClean="0">
                <a:solidFill>
                  <a:schemeClr val="bg1"/>
                </a:solidFill>
                <a:latin typeface="Fedra Sans Pro Bold" panose="020B0804040000020004" pitchFamily="34" charset="0"/>
              </a:rPr>
              <a:t>ВАЖНЫЕ ИТОГИ</a:t>
            </a:r>
            <a:endParaRPr lang="ru-RU" sz="1400" dirty="0">
              <a:solidFill>
                <a:schemeClr val="bg1"/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2707091" y="5165256"/>
            <a:ext cx="3398877" cy="77661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6105968" y="5165256"/>
            <a:ext cx="5414517" cy="77661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16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АКЦЕНТНЫЕ ЦИФРЫ. ВАРИАНТ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6" name="Прямоугольник 55"/>
          <p:cNvSpPr/>
          <p:nvPr/>
        </p:nvSpPr>
        <p:spPr>
          <a:xfrm>
            <a:off x="570547" y="1186586"/>
            <a:ext cx="4824000" cy="43425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45362" y="2487689"/>
            <a:ext cx="3067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ОПОП, реализуемых  в формате 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проектно-ориентированного обучения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45362" y="3734684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индустриальных  партнёра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45362" y="3200829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обучающихся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45362" y="1832317"/>
            <a:ext cx="2515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обучающиеся,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прошедшие отбор 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на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honors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track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79321" y="2471937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79321" y="3685877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891562" y="1813261"/>
            <a:ext cx="1112741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0 000</a:t>
            </a:r>
            <a:endParaRPr lang="ru-RU" sz="32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7173568" y="3133608"/>
            <a:ext cx="83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="" xmlns:a16="http://schemas.microsoft.com/office/drawing/2014/main" id="{72416B63-5A95-4AC6-879D-8B3A36D1B846}"/>
              </a:ext>
            </a:extLst>
          </p:cNvPr>
          <p:cNvSpPr/>
          <p:nvPr/>
        </p:nvSpPr>
        <p:spPr>
          <a:xfrm>
            <a:off x="6910082" y="1248427"/>
            <a:ext cx="41745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Fedra Sans Pro Bold" panose="020B0804040000020004" pitchFamily="34" charset="0"/>
              </a:rPr>
              <a:t>ПОДЗАГОЛОВОК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45362" y="4311753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п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роектных команд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79321" y="4278691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Прямоугольник 76"/>
          <p:cNvSpPr/>
          <p:nvPr/>
        </p:nvSpPr>
        <p:spPr>
          <a:xfrm>
            <a:off x="778870" y="1248427"/>
            <a:ext cx="2044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Fedra Sans Pro Bold" panose="020B0804040000020004" pitchFamily="34" charset="0"/>
              </a:rPr>
              <a:t>ПОДЗАГОЛОВОК</a:t>
            </a:r>
          </a:p>
        </p:txBody>
      </p:sp>
      <p:sp>
        <p:nvSpPr>
          <p:cNvPr id="54" name="Прямоугольник 53"/>
          <p:cNvSpPr/>
          <p:nvPr/>
        </p:nvSpPr>
        <p:spPr>
          <a:xfrm>
            <a:off x="570547" y="1620838"/>
            <a:ext cx="4824000" cy="3316922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93366"/>
              </a:solidFill>
            </a:endParaRPr>
          </a:p>
        </p:txBody>
      </p:sp>
      <p:sp>
        <p:nvSpPr>
          <p:cNvPr id="78" name="Прямоугольник 77"/>
          <p:cNvSpPr/>
          <p:nvPr/>
        </p:nvSpPr>
        <p:spPr>
          <a:xfrm>
            <a:off x="778870" y="2243873"/>
            <a:ext cx="3103088" cy="101566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1790700" indent="-1790700"/>
            <a:r>
              <a:rPr lang="ru-RU" sz="6000" dirty="0" smtClean="0">
                <a:latin typeface="Arial Black" panose="020B0A04020102020204" pitchFamily="34" charset="0"/>
                <a:cs typeface="Arial" panose="020B0604020202020204" pitchFamily="34" charset="0"/>
              </a:rPr>
              <a:t>0 000</a:t>
            </a:r>
            <a:endParaRPr lang="ru-RU" sz="6000" dirty="0">
              <a:latin typeface="Fedra Sans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2766958" y="3024990"/>
            <a:ext cx="4700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790700"/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чел.</a:t>
            </a:r>
          </a:p>
        </p:txBody>
      </p:sp>
      <p:sp>
        <p:nvSpPr>
          <p:cNvPr id="80" name="Прямоугольник 79"/>
          <p:cNvSpPr/>
          <p:nvPr/>
        </p:nvSpPr>
        <p:spPr>
          <a:xfrm>
            <a:off x="778870" y="2120094"/>
            <a:ext cx="2113470" cy="283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0700">
              <a:lnSpc>
                <a:spcPts val="16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около 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81" name="Прямоугольник 80"/>
          <p:cNvSpPr/>
          <p:nvPr/>
        </p:nvSpPr>
        <p:spPr>
          <a:xfrm>
            <a:off x="778870" y="3615185"/>
            <a:ext cx="172354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90700" indent="-1790700"/>
            <a:r>
              <a:rPr lang="ru-RU" sz="6000" dirty="0" smtClean="0">
                <a:latin typeface="Arial Black" panose="020B0A04020102020204" pitchFamily="34" charset="0"/>
                <a:cs typeface="Arial" panose="020B0604020202020204" pitchFamily="34" charset="0"/>
              </a:rPr>
              <a:t>000</a:t>
            </a: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Прямоугольник 81"/>
          <p:cNvSpPr/>
          <p:nvPr/>
        </p:nvSpPr>
        <p:spPr>
          <a:xfrm>
            <a:off x="2013458" y="4402452"/>
            <a:ext cx="14065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ш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т.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489172" y="5769847"/>
            <a:ext cx="4631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 smtClean="0">
                <a:solidFill>
                  <a:schemeClr val="bg1">
                    <a:lumMod val="50000"/>
                  </a:schemeClr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Логотипы компании/партнеров допускается черный или серый </a:t>
            </a:r>
            <a:endParaRPr lang="ru-RU" sz="1050" dirty="0">
              <a:solidFill>
                <a:schemeClr val="bg1">
                  <a:lumMod val="50000"/>
                </a:schemeClr>
              </a:solidFill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Группа 36"/>
          <p:cNvGrpSpPr/>
          <p:nvPr/>
        </p:nvGrpSpPr>
        <p:grpSpPr>
          <a:xfrm>
            <a:off x="570547" y="5263394"/>
            <a:ext cx="10970841" cy="720339"/>
            <a:chOff x="571703" y="5487468"/>
            <a:chExt cx="10970841" cy="720339"/>
          </a:xfrm>
        </p:grpSpPr>
        <p:pic>
          <p:nvPicPr>
            <p:cNvPr id="42" name="Picture 2" descr="http://innoregions.ru/wp-content/uploads/2022/04/Studstartup2.png"/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69" r="15589"/>
            <a:stretch/>
          </p:blipFill>
          <p:spPr bwMode="auto">
            <a:xfrm>
              <a:off x="10125801" y="5633259"/>
              <a:ext cx="1416743" cy="388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Рисунок 42">
              <a:extLst>
                <a:ext uri="{FF2B5EF4-FFF2-40B4-BE49-F238E27FC236}">
                  <a16:creationId xmlns="" xmlns:a16="http://schemas.microsoft.com/office/drawing/2014/main" id="{5387D52B-55AD-4430-A1D5-5F9DCBC26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627504" y="5573320"/>
              <a:ext cx="797373" cy="531583"/>
            </a:xfrm>
            <a:prstGeom prst="rect">
              <a:avLst/>
            </a:prstGeom>
            <a:noFill/>
          </p:spPr>
        </p:pic>
        <p:pic>
          <p:nvPicPr>
            <p:cNvPr id="44" name="Picture 10" descr="https://yugorsk-tr.gazprom.ru/d/story/b5/693/logo-olimpiada.png">
              <a:extLst>
                <a:ext uri="{FF2B5EF4-FFF2-40B4-BE49-F238E27FC236}">
                  <a16:creationId xmlns="" xmlns:a16="http://schemas.microsoft.com/office/drawing/2014/main" id="{4BCD86AA-AD96-4CC3-AE3D-F01A46870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703" y="5686070"/>
              <a:ext cx="712346" cy="300274"/>
            </a:xfrm>
            <a:prstGeom prst="rect">
              <a:avLst/>
            </a:prstGeom>
            <a:noFill/>
            <a:extLst/>
          </p:spPr>
        </p:pic>
        <p:pic>
          <p:nvPicPr>
            <p:cNvPr id="45" name="Рисунок 44">
              <a:extLst>
                <a:ext uri="{FF2B5EF4-FFF2-40B4-BE49-F238E27FC236}">
                  <a16:creationId xmlns="" xmlns:a16="http://schemas.microsoft.com/office/drawing/2014/main" id="{E9C85D49-1CC4-4093-AC98-8578F9C7C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17679" t="20091" r="12200" b="8338"/>
            <a:stretch/>
          </p:blipFill>
          <p:spPr>
            <a:xfrm>
              <a:off x="3674303" y="5606483"/>
              <a:ext cx="693476" cy="403813"/>
            </a:xfrm>
            <a:prstGeom prst="rect">
              <a:avLst/>
            </a:prstGeom>
            <a:noFill/>
          </p:spPr>
        </p:pic>
        <p:pic>
          <p:nvPicPr>
            <p:cNvPr id="46" name="Picture 24" descr="https://abiturient.utmn.ru/upload/medialibrary/991/Banner-Ab_03.jpg">
              <a:extLst>
                <a:ext uri="{FF2B5EF4-FFF2-40B4-BE49-F238E27FC236}">
                  <a16:creationId xmlns="" xmlns:a16="http://schemas.microsoft.com/office/drawing/2014/main" id="{7690420B-028F-4600-8AB5-C6845AA3E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8332" y="5680557"/>
              <a:ext cx="562516" cy="367709"/>
            </a:xfrm>
            <a:prstGeom prst="rect">
              <a:avLst/>
            </a:prstGeom>
            <a:noFill/>
            <a:extLst/>
          </p:spPr>
        </p:pic>
        <p:pic>
          <p:nvPicPr>
            <p:cNvPr id="47" name="Picture 26" descr="https://www.tyuiu.ru/wp-content/uploads/2016/05/emblema-Olimpiady-Arhitektura-i-iskusstvo-1024x359.jpg">
              <a:extLst>
                <a:ext uri="{FF2B5EF4-FFF2-40B4-BE49-F238E27FC236}">
                  <a16:creationId xmlns="" xmlns:a16="http://schemas.microsoft.com/office/drawing/2014/main" id="{2658521E-9FFD-4947-9413-FC35A800F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369" y="5607006"/>
              <a:ext cx="946996" cy="331942"/>
            </a:xfrm>
            <a:prstGeom prst="rect">
              <a:avLst/>
            </a:prstGeom>
            <a:noFill/>
            <a:extLst/>
          </p:spPr>
        </p:pic>
        <p:pic>
          <p:nvPicPr>
            <p:cNvPr id="48" name="Рисунок 47">
              <a:extLst>
                <a:ext uri="{FF2B5EF4-FFF2-40B4-BE49-F238E27FC236}">
                  <a16:creationId xmlns="" xmlns:a16="http://schemas.microsoft.com/office/drawing/2014/main" id="{FF43529D-35C8-4FE4-858E-FDA174974F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27195" t="8935" r="25364" b="16418"/>
            <a:stretch/>
          </p:blipFill>
          <p:spPr>
            <a:xfrm>
              <a:off x="7215487" y="5661311"/>
              <a:ext cx="479305" cy="342760"/>
            </a:xfrm>
            <a:prstGeom prst="rect">
              <a:avLst/>
            </a:prstGeom>
            <a:noFill/>
          </p:spPr>
        </p:pic>
        <p:pic>
          <p:nvPicPr>
            <p:cNvPr id="49" name="Рисунок 48">
              <a:extLst>
                <a:ext uri="{FF2B5EF4-FFF2-40B4-BE49-F238E27FC236}">
                  <a16:creationId xmlns="" xmlns:a16="http://schemas.microsoft.com/office/drawing/2014/main" id="{487D2FE7-6E88-4D43-8FE2-E7B3019E2D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7462" t="30824" r="6898" b="31150"/>
            <a:stretch/>
          </p:blipFill>
          <p:spPr>
            <a:xfrm>
              <a:off x="6058345" y="5681549"/>
              <a:ext cx="813785" cy="282327"/>
            </a:xfrm>
            <a:prstGeom prst="rect">
              <a:avLst/>
            </a:prstGeom>
            <a:noFill/>
          </p:spPr>
        </p:pic>
        <p:pic>
          <p:nvPicPr>
            <p:cNvPr id="50" name="Picture 8" descr="https://mininuniver.ru/images/news/Newspreview/logotip-na-prozrachnom-fone.png">
              <a:extLst>
                <a:ext uri="{FF2B5EF4-FFF2-40B4-BE49-F238E27FC236}">
                  <a16:creationId xmlns="" xmlns:a16="http://schemas.microsoft.com/office/drawing/2014/main" id="{616FB918-4DDD-46EA-B38A-819FD2135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7674" y="5519857"/>
              <a:ext cx="733407" cy="603107"/>
            </a:xfrm>
            <a:prstGeom prst="rect">
              <a:avLst/>
            </a:prstGeom>
            <a:noFill/>
            <a:extLst/>
          </p:spPr>
        </p:pic>
        <p:pic>
          <p:nvPicPr>
            <p:cNvPr id="51" name="Picture 10" descr="https://rus.bashgazet.ru/uploads/posts/2020-08/1597823547_c6dd0b34b0695f7e3154a4685a3af337_1024_819.png">
              <a:extLst>
                <a:ext uri="{FF2B5EF4-FFF2-40B4-BE49-F238E27FC236}">
                  <a16:creationId xmlns="" xmlns:a16="http://schemas.microsoft.com/office/drawing/2014/main" id="{35A365E1-7DF0-41AC-81D4-14C154B77F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19" t="15746" r="16066" b="15556"/>
            <a:stretch/>
          </p:blipFill>
          <p:spPr bwMode="auto">
            <a:xfrm>
              <a:off x="9002736" y="5487468"/>
              <a:ext cx="902165" cy="720339"/>
            </a:xfrm>
            <a:prstGeom prst="rect">
              <a:avLst/>
            </a:prstGeom>
            <a:noFill/>
            <a:extLst/>
          </p:spPr>
        </p:pic>
      </p:grpSp>
      <p:sp>
        <p:nvSpPr>
          <p:cNvPr id="40" name="Прямоугольник 39"/>
          <p:cNvSpPr/>
          <p:nvPr/>
        </p:nvSpPr>
        <p:spPr>
          <a:xfrm>
            <a:off x="6696487" y="1192072"/>
            <a:ext cx="4824000" cy="43425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6696487" y="1626324"/>
            <a:ext cx="4824000" cy="3316922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9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9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АКЦЕНТНЫЕ ЦИФРЫ. ВАРИАНТ </a:t>
            </a:r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26312" y="2525789"/>
            <a:ext cx="3067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ОПОП, реализуемых  в формате 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проектно-ориентированного обучения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26312" y="3734684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индустриальных  партнёра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26312" y="3200829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обучающихся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26312" y="1870417"/>
            <a:ext cx="2515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обучающиеся,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прошедшие отбор 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на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honors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track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60271" y="2510037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60271" y="3685877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872512" y="1851361"/>
            <a:ext cx="1112741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0 000</a:t>
            </a:r>
            <a:endParaRPr lang="ru-RU" sz="32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7154518" y="3133608"/>
            <a:ext cx="83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000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Прямоугольник 72"/>
          <p:cNvSpPr/>
          <p:nvPr/>
        </p:nvSpPr>
        <p:spPr>
          <a:xfrm>
            <a:off x="6705600" y="1186586"/>
            <a:ext cx="4824000" cy="3758473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="" xmlns:a16="http://schemas.microsoft.com/office/drawing/2014/main" id="{72416B63-5A95-4AC6-879D-8B3A36D1B846}"/>
              </a:ext>
            </a:extLst>
          </p:cNvPr>
          <p:cNvSpPr/>
          <p:nvPr/>
        </p:nvSpPr>
        <p:spPr>
          <a:xfrm>
            <a:off x="6884071" y="1393247"/>
            <a:ext cx="41745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chemeClr val="bg2">
                    <a:lumMod val="25000"/>
                  </a:schemeClr>
                </a:solidFill>
                <a:latin typeface="Fedra Sans Pro Bold" panose="020B0804040000020004" pitchFamily="34" charset="0"/>
              </a:rPr>
              <a:t>ПОДЗАГОЛОВОК</a:t>
            </a:r>
            <a:endParaRPr lang="ru-RU" sz="1600" dirty="0">
              <a:solidFill>
                <a:schemeClr val="bg2">
                  <a:lumMod val="25000"/>
                </a:schemeClr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026312" y="4311753"/>
            <a:ext cx="2265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п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роектных команд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6960271" y="4278691"/>
            <a:ext cx="102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</a:t>
            </a:r>
            <a:endParaRPr lang="ru-RU" sz="2400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570547" y="1214137"/>
            <a:ext cx="4824000" cy="3723623"/>
          </a:xfrm>
          <a:prstGeom prst="rect">
            <a:avLst/>
          </a:prstGeom>
          <a:solidFill>
            <a:srgbClr val="9F70A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93366"/>
              </a:solidFill>
            </a:endParaRPr>
          </a:p>
        </p:txBody>
      </p:sp>
      <p:sp>
        <p:nvSpPr>
          <p:cNvPr id="78" name="Прямоугольник 77"/>
          <p:cNvSpPr/>
          <p:nvPr/>
        </p:nvSpPr>
        <p:spPr>
          <a:xfrm>
            <a:off x="784863" y="2243873"/>
            <a:ext cx="3103088" cy="101566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1790700" indent="-1790700"/>
            <a:r>
              <a:rPr lang="ru-RU" sz="60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0 000</a:t>
            </a:r>
            <a:endParaRPr lang="ru-RU" sz="6000" dirty="0">
              <a:solidFill>
                <a:schemeClr val="bg1"/>
              </a:solidFill>
              <a:latin typeface="Fedra Sans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2766958" y="3024990"/>
            <a:ext cx="4700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790700"/>
            <a:r>
              <a:rPr lang="ru-RU" sz="1100" dirty="0">
                <a:solidFill>
                  <a:schemeClr val="bg1"/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чел.</a:t>
            </a:r>
          </a:p>
        </p:txBody>
      </p:sp>
      <p:sp>
        <p:nvSpPr>
          <p:cNvPr id="80" name="Прямоугольник 79"/>
          <p:cNvSpPr/>
          <p:nvPr/>
        </p:nvSpPr>
        <p:spPr>
          <a:xfrm>
            <a:off x="784863" y="2120094"/>
            <a:ext cx="211347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790700">
              <a:lnSpc>
                <a:spcPts val="1600"/>
              </a:lnSpc>
              <a:spcAft>
                <a:spcPts val="600"/>
              </a:spcAft>
              <a:defRPr/>
            </a:pPr>
            <a:r>
              <a:rPr lang="ru-RU" sz="1100" dirty="0" smtClean="0">
                <a:solidFill>
                  <a:schemeClr val="bg1"/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около </a:t>
            </a:r>
            <a:endParaRPr lang="ru-RU" sz="1100" dirty="0">
              <a:solidFill>
                <a:schemeClr val="bg1"/>
              </a:solidFill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>
            <a:off x="784863" y="3615185"/>
            <a:ext cx="2641142" cy="1048877"/>
            <a:chOff x="912073" y="3827199"/>
            <a:chExt cx="2641142" cy="1048877"/>
          </a:xfrm>
        </p:grpSpPr>
        <p:sp>
          <p:nvSpPr>
            <p:cNvPr id="81" name="Прямоугольник 80"/>
            <p:cNvSpPr/>
            <p:nvPr/>
          </p:nvSpPr>
          <p:spPr>
            <a:xfrm>
              <a:off x="912073" y="3827199"/>
              <a:ext cx="1723549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1790700" indent="-1790700"/>
              <a:r>
                <a:rPr lang="ru-RU" sz="6000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000</a:t>
              </a:r>
              <a:endParaRPr lang="ru-RU" sz="16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Прямоугольник 81"/>
            <p:cNvSpPr/>
            <p:nvPr/>
          </p:nvSpPr>
          <p:spPr>
            <a:xfrm>
              <a:off x="2146661" y="4614466"/>
              <a:ext cx="140655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100" dirty="0">
                  <a:solidFill>
                    <a:schemeClr val="bg1"/>
                  </a:solidFill>
                  <a:latin typeface="Fedra Sans Pro" panose="020B0504040000020004" pitchFamily="34" charset="0"/>
                  <a:cs typeface="Arial" panose="020B0604020202020204" pitchFamily="34" charset="0"/>
                </a:rPr>
                <a:t>ш</a:t>
              </a:r>
              <a:r>
                <a:rPr lang="ru-RU" sz="1100" dirty="0" smtClean="0">
                  <a:solidFill>
                    <a:schemeClr val="bg1"/>
                  </a:solidFill>
                  <a:latin typeface="Fedra Sans Pro" panose="020B0504040000020004" pitchFamily="34" charset="0"/>
                  <a:cs typeface="Arial" panose="020B0604020202020204" pitchFamily="34" charset="0"/>
                </a:rPr>
                <a:t>т.</a:t>
              </a:r>
              <a:endParaRPr lang="ru-RU" sz="1100" dirty="0">
                <a:solidFill>
                  <a:schemeClr val="bg1"/>
                </a:solidFill>
                <a:latin typeface="Fedra Sans Pro" panose="020B050404000002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489172" y="5760322"/>
            <a:ext cx="4631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 smtClean="0">
                <a:solidFill>
                  <a:schemeClr val="bg1">
                    <a:lumMod val="50000"/>
                  </a:schemeClr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Логотипы компании/партнеров допускается черный или серый </a:t>
            </a:r>
            <a:endParaRPr lang="ru-RU" sz="1050" dirty="0">
              <a:solidFill>
                <a:schemeClr val="bg1">
                  <a:lumMod val="50000"/>
                </a:schemeClr>
              </a:solidFill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Группа 36"/>
          <p:cNvGrpSpPr/>
          <p:nvPr/>
        </p:nvGrpSpPr>
        <p:grpSpPr>
          <a:xfrm>
            <a:off x="570547" y="5263394"/>
            <a:ext cx="10970841" cy="720339"/>
            <a:chOff x="571703" y="5487468"/>
            <a:chExt cx="10970841" cy="720339"/>
          </a:xfrm>
        </p:grpSpPr>
        <p:pic>
          <p:nvPicPr>
            <p:cNvPr id="42" name="Picture 2" descr="http://innoregions.ru/wp-content/uploads/2022/04/Studstartup2.png"/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69" r="15589"/>
            <a:stretch/>
          </p:blipFill>
          <p:spPr bwMode="auto">
            <a:xfrm>
              <a:off x="10125801" y="5633259"/>
              <a:ext cx="1416743" cy="388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Рисунок 42">
              <a:extLst>
                <a:ext uri="{FF2B5EF4-FFF2-40B4-BE49-F238E27FC236}">
                  <a16:creationId xmlns="" xmlns:a16="http://schemas.microsoft.com/office/drawing/2014/main" id="{5387D52B-55AD-4430-A1D5-5F9DCBC26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627504" y="5573320"/>
              <a:ext cx="797373" cy="531583"/>
            </a:xfrm>
            <a:prstGeom prst="rect">
              <a:avLst/>
            </a:prstGeom>
            <a:noFill/>
          </p:spPr>
        </p:pic>
        <p:pic>
          <p:nvPicPr>
            <p:cNvPr id="44" name="Picture 10" descr="https://yugorsk-tr.gazprom.ru/d/story/b5/693/logo-olimpiada.png">
              <a:extLst>
                <a:ext uri="{FF2B5EF4-FFF2-40B4-BE49-F238E27FC236}">
                  <a16:creationId xmlns="" xmlns:a16="http://schemas.microsoft.com/office/drawing/2014/main" id="{4BCD86AA-AD96-4CC3-AE3D-F01A46870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703" y="5686070"/>
              <a:ext cx="712346" cy="300274"/>
            </a:xfrm>
            <a:prstGeom prst="rect">
              <a:avLst/>
            </a:prstGeom>
            <a:noFill/>
            <a:extLst/>
          </p:spPr>
        </p:pic>
        <p:pic>
          <p:nvPicPr>
            <p:cNvPr id="45" name="Рисунок 44">
              <a:extLst>
                <a:ext uri="{FF2B5EF4-FFF2-40B4-BE49-F238E27FC236}">
                  <a16:creationId xmlns="" xmlns:a16="http://schemas.microsoft.com/office/drawing/2014/main" id="{E9C85D49-1CC4-4093-AC98-8578F9C7C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17679" t="20091" r="12200" b="8338"/>
            <a:stretch/>
          </p:blipFill>
          <p:spPr>
            <a:xfrm>
              <a:off x="3674303" y="5606483"/>
              <a:ext cx="693476" cy="403813"/>
            </a:xfrm>
            <a:prstGeom prst="rect">
              <a:avLst/>
            </a:prstGeom>
            <a:noFill/>
          </p:spPr>
        </p:pic>
        <p:pic>
          <p:nvPicPr>
            <p:cNvPr id="46" name="Picture 24" descr="https://abiturient.utmn.ru/upload/medialibrary/991/Banner-Ab_03.jpg">
              <a:extLst>
                <a:ext uri="{FF2B5EF4-FFF2-40B4-BE49-F238E27FC236}">
                  <a16:creationId xmlns="" xmlns:a16="http://schemas.microsoft.com/office/drawing/2014/main" id="{7690420B-028F-4600-8AB5-C6845AA3E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8332" y="5680557"/>
              <a:ext cx="562516" cy="367709"/>
            </a:xfrm>
            <a:prstGeom prst="rect">
              <a:avLst/>
            </a:prstGeom>
            <a:noFill/>
            <a:extLst/>
          </p:spPr>
        </p:pic>
        <p:pic>
          <p:nvPicPr>
            <p:cNvPr id="47" name="Picture 26" descr="https://www.tyuiu.ru/wp-content/uploads/2016/05/emblema-Olimpiady-Arhitektura-i-iskusstvo-1024x359.jpg">
              <a:extLst>
                <a:ext uri="{FF2B5EF4-FFF2-40B4-BE49-F238E27FC236}">
                  <a16:creationId xmlns="" xmlns:a16="http://schemas.microsoft.com/office/drawing/2014/main" id="{2658521E-9FFD-4947-9413-FC35A800F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369" y="5607006"/>
              <a:ext cx="946996" cy="331942"/>
            </a:xfrm>
            <a:prstGeom prst="rect">
              <a:avLst/>
            </a:prstGeom>
            <a:noFill/>
            <a:extLst/>
          </p:spPr>
        </p:pic>
        <p:pic>
          <p:nvPicPr>
            <p:cNvPr id="48" name="Рисунок 47">
              <a:extLst>
                <a:ext uri="{FF2B5EF4-FFF2-40B4-BE49-F238E27FC236}">
                  <a16:creationId xmlns="" xmlns:a16="http://schemas.microsoft.com/office/drawing/2014/main" id="{FF43529D-35C8-4FE4-858E-FDA174974F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27195" t="8935" r="25364" b="16418"/>
            <a:stretch/>
          </p:blipFill>
          <p:spPr>
            <a:xfrm>
              <a:off x="7215487" y="5661311"/>
              <a:ext cx="479305" cy="342760"/>
            </a:xfrm>
            <a:prstGeom prst="rect">
              <a:avLst/>
            </a:prstGeom>
            <a:noFill/>
          </p:spPr>
        </p:pic>
        <p:pic>
          <p:nvPicPr>
            <p:cNvPr id="49" name="Рисунок 48">
              <a:extLst>
                <a:ext uri="{FF2B5EF4-FFF2-40B4-BE49-F238E27FC236}">
                  <a16:creationId xmlns="" xmlns:a16="http://schemas.microsoft.com/office/drawing/2014/main" id="{487D2FE7-6E88-4D43-8FE2-E7B3019E2D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l="7462" t="30824" r="6898" b="31150"/>
            <a:stretch/>
          </p:blipFill>
          <p:spPr>
            <a:xfrm>
              <a:off x="6058345" y="5681549"/>
              <a:ext cx="813785" cy="282327"/>
            </a:xfrm>
            <a:prstGeom prst="rect">
              <a:avLst/>
            </a:prstGeom>
            <a:noFill/>
          </p:spPr>
        </p:pic>
        <p:pic>
          <p:nvPicPr>
            <p:cNvPr id="50" name="Picture 8" descr="https://mininuniver.ru/images/news/Newspreview/logotip-na-prozrachnom-fone.png">
              <a:extLst>
                <a:ext uri="{FF2B5EF4-FFF2-40B4-BE49-F238E27FC236}">
                  <a16:creationId xmlns="" xmlns:a16="http://schemas.microsoft.com/office/drawing/2014/main" id="{616FB918-4DDD-46EA-B38A-819FD2135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4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7674" y="5519857"/>
              <a:ext cx="733407" cy="603107"/>
            </a:xfrm>
            <a:prstGeom prst="rect">
              <a:avLst/>
            </a:prstGeom>
            <a:noFill/>
            <a:extLst/>
          </p:spPr>
        </p:pic>
        <p:pic>
          <p:nvPicPr>
            <p:cNvPr id="51" name="Picture 10" descr="https://rus.bashgazet.ru/uploads/posts/2020-08/1597823547_c6dd0b34b0695f7e3154a4685a3af337_1024_819.png">
              <a:extLst>
                <a:ext uri="{FF2B5EF4-FFF2-40B4-BE49-F238E27FC236}">
                  <a16:creationId xmlns="" xmlns:a16="http://schemas.microsoft.com/office/drawing/2014/main" id="{35A365E1-7DF0-41AC-81D4-14C154B77F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19" t="15746" r="16066" b="15556"/>
            <a:stretch/>
          </p:blipFill>
          <p:spPr bwMode="auto">
            <a:xfrm>
              <a:off x="9002736" y="5487468"/>
              <a:ext cx="902165" cy="720339"/>
            </a:xfrm>
            <a:prstGeom prst="rect">
              <a:avLst/>
            </a:prstGeom>
            <a:noFill/>
            <a:extLst/>
          </p:spPr>
        </p:pic>
      </p:grpSp>
      <p:sp>
        <p:nvSpPr>
          <p:cNvPr id="77" name="Прямоугольник 76"/>
          <p:cNvSpPr/>
          <p:nvPr/>
        </p:nvSpPr>
        <p:spPr>
          <a:xfrm>
            <a:off x="784863" y="1392891"/>
            <a:ext cx="20441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  <a:latin typeface="Fedra Sans Pro Bold" panose="020B0804040000020004" pitchFamily="34" charset="0"/>
              </a:rPr>
              <a:t>ПОДЗАГОЛОВОК</a:t>
            </a:r>
            <a:endParaRPr lang="ru-RU" sz="1600" dirty="0">
              <a:solidFill>
                <a:schemeClr val="bg1"/>
              </a:solidFill>
              <a:latin typeface="Fedra Sans Pro Bold" panose="020B080404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0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АКЦЕНТНЫЕ ЦИФРЫ. ВАРИАНТ </a:t>
            </a:r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746348" y="1188242"/>
            <a:ext cx="3246804" cy="12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  <a:spcAft>
                <a:spcPts val="400"/>
              </a:spcAft>
            </a:pP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  <a:p>
            <a:pPr algn="r">
              <a:lnSpc>
                <a:spcPts val="1400"/>
              </a:lnSpc>
              <a:spcAft>
                <a:spcPts val="400"/>
              </a:spcAft>
            </a:pP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                    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endParaRPr lang="ru-RU" sz="1100" dirty="0" smtClean="0">
              <a:latin typeface="Fedra Sans Pro" panose="020B0504040000020004" pitchFamily="34" charset="0"/>
              <a:cs typeface="Arial" panose="020B0604020202020204" pitchFamily="34" charset="0"/>
            </a:endParaRPr>
          </a:p>
          <a:p>
            <a:pPr algn="r">
              <a:lnSpc>
                <a:spcPts val="1400"/>
              </a:lnSpc>
              <a:spcAft>
                <a:spcPts val="400"/>
              </a:spcAft>
            </a:pP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3895912" y="2587413"/>
            <a:ext cx="4374776" cy="132343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1790700" indent="-1790700"/>
            <a:r>
              <a:rPr lang="ru-RU" sz="8000" dirty="0" smtClean="0">
                <a:solidFill>
                  <a:srgbClr val="9460A4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60 000</a:t>
            </a:r>
            <a:endParaRPr lang="ru-RU" sz="8000" dirty="0">
              <a:solidFill>
                <a:srgbClr val="9460A4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7"/>
          <p:cNvSpPr txBox="1"/>
          <p:nvPr/>
        </p:nvSpPr>
        <p:spPr>
          <a:xfrm>
            <a:off x="7725578" y="4053191"/>
            <a:ext cx="3562548" cy="17229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/>
            </a:r>
            <a:b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</a:b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                     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текст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        </a:t>
            </a:r>
            <a:r>
              <a:rPr lang="ru-RU" sz="1100" dirty="0" err="1" smtClean="0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 smtClean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Fedra Sans Pro" panose="020B0504040000020004" pitchFamily="34" charset="0"/>
                <a:cs typeface="Arial" panose="020B0604020202020204" pitchFamily="34" charset="0"/>
              </a:rPr>
              <a:t>текст</a:t>
            </a:r>
            <a:r>
              <a:rPr lang="ru-RU" sz="1100" dirty="0">
                <a:latin typeface="Fedra Sans Pro" panose="020B05040400000200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234183" y="3595044"/>
            <a:ext cx="596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790700"/>
            <a:r>
              <a:rPr lang="ru-RU" sz="1600" dirty="0">
                <a:solidFill>
                  <a:srgbClr val="9460A4"/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чел.</a:t>
            </a:r>
          </a:p>
        </p:txBody>
      </p:sp>
    </p:spTree>
    <p:extLst>
      <p:ext uri="{BB962C8B-B14F-4D97-AF65-F5344CB8AC3E}">
        <p14:creationId xmlns:p14="http://schemas.microsoft.com/office/powerpoint/2010/main" val="86599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АКЦЕНТНЫЕ ЦИФРЫ И </a:t>
            </a:r>
            <a:r>
              <a:rPr lang="ru-RU" dirty="0"/>
              <a:t>ФОТО. ВАРИАНТ 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7</a:t>
            </a:fld>
            <a:endParaRPr 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-11310" y="1192493"/>
            <a:ext cx="3948019" cy="4293554"/>
            <a:chOff x="-4244" y="1438084"/>
            <a:chExt cx="3948019" cy="4293554"/>
          </a:xfrm>
        </p:grpSpPr>
        <p:sp>
          <p:nvSpPr>
            <p:cNvPr id="13" name="object 4"/>
            <p:cNvSpPr/>
            <p:nvPr/>
          </p:nvSpPr>
          <p:spPr>
            <a:xfrm>
              <a:off x="-4244" y="1438084"/>
              <a:ext cx="3948019" cy="4293554"/>
            </a:xfrm>
            <a:custGeom>
              <a:avLst/>
              <a:gdLst/>
              <a:ahLst/>
              <a:cxnLst/>
              <a:rect l="l" t="t" r="r" b="b"/>
              <a:pathLst>
                <a:path w="6406515" h="6967220">
                  <a:moveTo>
                    <a:pt x="450162" y="938063"/>
                  </a:moveTo>
                  <a:lnTo>
                    <a:pt x="415663" y="972074"/>
                  </a:lnTo>
                  <a:lnTo>
                    <a:pt x="381645" y="1006546"/>
                  </a:lnTo>
                  <a:lnTo>
                    <a:pt x="348111" y="1041472"/>
                  </a:lnTo>
                  <a:lnTo>
                    <a:pt x="315067" y="1076847"/>
                  </a:lnTo>
                  <a:lnTo>
                    <a:pt x="282517" y="1112665"/>
                  </a:lnTo>
                  <a:lnTo>
                    <a:pt x="250467" y="1148921"/>
                  </a:lnTo>
                  <a:lnTo>
                    <a:pt x="218919" y="1185608"/>
                  </a:lnTo>
                  <a:lnTo>
                    <a:pt x="187880" y="1222720"/>
                  </a:lnTo>
                  <a:lnTo>
                    <a:pt x="157353" y="1260253"/>
                  </a:lnTo>
                  <a:lnTo>
                    <a:pt x="127343" y="1298200"/>
                  </a:lnTo>
                  <a:lnTo>
                    <a:pt x="97855" y="1336556"/>
                  </a:lnTo>
                  <a:lnTo>
                    <a:pt x="68894" y="1375314"/>
                  </a:lnTo>
                  <a:lnTo>
                    <a:pt x="40463" y="1414469"/>
                  </a:lnTo>
                  <a:lnTo>
                    <a:pt x="12569" y="1454015"/>
                  </a:lnTo>
                  <a:lnTo>
                    <a:pt x="0" y="1472363"/>
                  </a:lnTo>
                </a:path>
                <a:path w="6406515" h="6967220">
                  <a:moveTo>
                    <a:pt x="0" y="5441903"/>
                  </a:moveTo>
                  <a:lnTo>
                    <a:pt x="31353" y="5486875"/>
                  </a:lnTo>
                  <a:lnTo>
                    <a:pt x="57791" y="5523596"/>
                  </a:lnTo>
                  <a:lnTo>
                    <a:pt x="84682" y="5559948"/>
                  </a:lnTo>
                  <a:lnTo>
                    <a:pt x="112020" y="5595926"/>
                  </a:lnTo>
                  <a:lnTo>
                    <a:pt x="139803" y="5631528"/>
                  </a:lnTo>
                  <a:lnTo>
                    <a:pt x="168024" y="5666748"/>
                  </a:lnTo>
                  <a:lnTo>
                    <a:pt x="196680" y="5701584"/>
                  </a:lnTo>
                  <a:lnTo>
                    <a:pt x="225765" y="5736032"/>
                  </a:lnTo>
                  <a:lnTo>
                    <a:pt x="255275" y="5770088"/>
                  </a:lnTo>
                  <a:lnTo>
                    <a:pt x="285206" y="5803749"/>
                  </a:lnTo>
                  <a:lnTo>
                    <a:pt x="315552" y="5837010"/>
                  </a:lnTo>
                  <a:lnTo>
                    <a:pt x="346309" y="5869869"/>
                  </a:lnTo>
                  <a:lnTo>
                    <a:pt x="377473" y="5902321"/>
                  </a:lnTo>
                  <a:lnTo>
                    <a:pt x="409039" y="5934363"/>
                  </a:lnTo>
                  <a:lnTo>
                    <a:pt x="441002" y="5965991"/>
                  </a:lnTo>
                  <a:lnTo>
                    <a:pt x="473357" y="5997202"/>
                  </a:lnTo>
                  <a:lnTo>
                    <a:pt x="506101" y="6027991"/>
                  </a:lnTo>
                  <a:lnTo>
                    <a:pt x="539228" y="6058356"/>
                  </a:lnTo>
                  <a:lnTo>
                    <a:pt x="572733" y="6088292"/>
                  </a:lnTo>
                  <a:lnTo>
                    <a:pt x="606613" y="6117795"/>
                  </a:lnTo>
                  <a:lnTo>
                    <a:pt x="640862" y="6146863"/>
                  </a:lnTo>
                  <a:lnTo>
                    <a:pt x="675476" y="6175491"/>
                  </a:lnTo>
                  <a:lnTo>
                    <a:pt x="710450" y="6203675"/>
                  </a:lnTo>
                  <a:lnTo>
                    <a:pt x="745780" y="6231413"/>
                  </a:lnTo>
                  <a:lnTo>
                    <a:pt x="781461" y="6258700"/>
                  </a:lnTo>
                  <a:lnTo>
                    <a:pt x="817488" y="6285532"/>
                  </a:lnTo>
                  <a:lnTo>
                    <a:pt x="853857" y="6311907"/>
                  </a:lnTo>
                  <a:lnTo>
                    <a:pt x="890562" y="6337820"/>
                  </a:lnTo>
                  <a:lnTo>
                    <a:pt x="927600" y="6363267"/>
                  </a:lnTo>
                  <a:lnTo>
                    <a:pt x="964966" y="6388245"/>
                  </a:lnTo>
                  <a:lnTo>
                    <a:pt x="1002655" y="6412751"/>
                  </a:lnTo>
                  <a:lnTo>
                    <a:pt x="1040663" y="6436780"/>
                  </a:lnTo>
                  <a:lnTo>
                    <a:pt x="1078985" y="6460328"/>
                  </a:lnTo>
                  <a:lnTo>
                    <a:pt x="1117615" y="6483393"/>
                  </a:lnTo>
                  <a:lnTo>
                    <a:pt x="1156551" y="6505971"/>
                  </a:lnTo>
                  <a:lnTo>
                    <a:pt x="1195786" y="6528057"/>
                  </a:lnTo>
                  <a:lnTo>
                    <a:pt x="1235317" y="6549649"/>
                  </a:lnTo>
                  <a:lnTo>
                    <a:pt x="1275139" y="6570741"/>
                  </a:lnTo>
                  <a:lnTo>
                    <a:pt x="1315247" y="6591332"/>
                  </a:lnTo>
                  <a:lnTo>
                    <a:pt x="1355636" y="6611417"/>
                  </a:lnTo>
                  <a:lnTo>
                    <a:pt x="1396302" y="6630992"/>
                  </a:lnTo>
                  <a:lnTo>
                    <a:pt x="1437241" y="6650054"/>
                  </a:lnTo>
                  <a:lnTo>
                    <a:pt x="1478447" y="6668598"/>
                  </a:lnTo>
                  <a:lnTo>
                    <a:pt x="1519916" y="6686623"/>
                  </a:lnTo>
                  <a:lnTo>
                    <a:pt x="1561643" y="6704122"/>
                  </a:lnTo>
                  <a:lnTo>
                    <a:pt x="1603625" y="6721094"/>
                  </a:lnTo>
                  <a:lnTo>
                    <a:pt x="1645855" y="6737534"/>
                  </a:lnTo>
                  <a:lnTo>
                    <a:pt x="1688330" y="6753439"/>
                  </a:lnTo>
                  <a:lnTo>
                    <a:pt x="1731044" y="6768805"/>
                  </a:lnTo>
                  <a:lnTo>
                    <a:pt x="1773994" y="6783628"/>
                  </a:lnTo>
                  <a:lnTo>
                    <a:pt x="1817174" y="6797904"/>
                  </a:lnTo>
                  <a:lnTo>
                    <a:pt x="1860581" y="6811631"/>
                  </a:lnTo>
                  <a:lnTo>
                    <a:pt x="1904208" y="6824804"/>
                  </a:lnTo>
                  <a:lnTo>
                    <a:pt x="1948053" y="6837419"/>
                  </a:lnTo>
                  <a:lnTo>
                    <a:pt x="1992109" y="6849473"/>
                  </a:lnTo>
                  <a:lnTo>
                    <a:pt x="2036373" y="6860962"/>
                  </a:lnTo>
                  <a:lnTo>
                    <a:pt x="2080840" y="6871883"/>
                  </a:lnTo>
                  <a:lnTo>
                    <a:pt x="2125505" y="6882231"/>
                  </a:lnTo>
                  <a:lnTo>
                    <a:pt x="2170363" y="6892004"/>
                  </a:lnTo>
                  <a:lnTo>
                    <a:pt x="2215411" y="6901197"/>
                  </a:lnTo>
                  <a:lnTo>
                    <a:pt x="2260642" y="6909807"/>
                  </a:lnTo>
                  <a:lnTo>
                    <a:pt x="2306054" y="6917830"/>
                  </a:lnTo>
                  <a:lnTo>
                    <a:pt x="2351640" y="6925262"/>
                  </a:lnTo>
                  <a:lnTo>
                    <a:pt x="2397397" y="6932100"/>
                  </a:lnTo>
                  <a:lnTo>
                    <a:pt x="2443319" y="6938340"/>
                  </a:lnTo>
                  <a:lnTo>
                    <a:pt x="2489403" y="6943978"/>
                  </a:lnTo>
                  <a:lnTo>
                    <a:pt x="2535644" y="6949012"/>
                  </a:lnTo>
                  <a:lnTo>
                    <a:pt x="2582036" y="6953436"/>
                  </a:lnTo>
                  <a:lnTo>
                    <a:pt x="2628575" y="6957247"/>
                  </a:lnTo>
                  <a:lnTo>
                    <a:pt x="2675257" y="6960442"/>
                  </a:lnTo>
                  <a:lnTo>
                    <a:pt x="2722077" y="6963017"/>
                  </a:lnTo>
                  <a:lnTo>
                    <a:pt x="2769031" y="6964968"/>
                  </a:lnTo>
                  <a:lnTo>
                    <a:pt x="2816113" y="6966292"/>
                  </a:lnTo>
                  <a:lnTo>
                    <a:pt x="2863320" y="6966984"/>
                  </a:lnTo>
                  <a:lnTo>
                    <a:pt x="2910645" y="6967042"/>
                  </a:lnTo>
                  <a:lnTo>
                    <a:pt x="2958086" y="6966462"/>
                  </a:lnTo>
                  <a:lnTo>
                    <a:pt x="3005637" y="6965239"/>
                  </a:lnTo>
                  <a:lnTo>
                    <a:pt x="3053294" y="6963370"/>
                  </a:lnTo>
                  <a:lnTo>
                    <a:pt x="3101051" y="6960852"/>
                  </a:lnTo>
                  <a:lnTo>
                    <a:pt x="3148905" y="6957681"/>
                  </a:lnTo>
                  <a:lnTo>
                    <a:pt x="3196851" y="6953853"/>
                  </a:lnTo>
                  <a:lnTo>
                    <a:pt x="3244884" y="6949364"/>
                  </a:lnTo>
                  <a:lnTo>
                    <a:pt x="3292999" y="6944211"/>
                  </a:lnTo>
                  <a:lnTo>
                    <a:pt x="3341040" y="6938408"/>
                  </a:lnTo>
                  <a:lnTo>
                    <a:pt x="3388851" y="6931977"/>
                  </a:lnTo>
                  <a:lnTo>
                    <a:pt x="3436429" y="6924922"/>
                  </a:lnTo>
                  <a:lnTo>
                    <a:pt x="3483769" y="6917247"/>
                  </a:lnTo>
                  <a:lnTo>
                    <a:pt x="3530869" y="6908958"/>
                  </a:lnTo>
                  <a:lnTo>
                    <a:pt x="3577725" y="6900058"/>
                  </a:lnTo>
                  <a:lnTo>
                    <a:pt x="3624332" y="6890553"/>
                  </a:lnTo>
                  <a:lnTo>
                    <a:pt x="3670687" y="6880447"/>
                  </a:lnTo>
                  <a:lnTo>
                    <a:pt x="3716787" y="6869745"/>
                  </a:lnTo>
                  <a:lnTo>
                    <a:pt x="3762627" y="6858451"/>
                  </a:lnTo>
                  <a:lnTo>
                    <a:pt x="3808205" y="6846570"/>
                  </a:lnTo>
                  <a:lnTo>
                    <a:pt x="3853516" y="6834107"/>
                  </a:lnTo>
                  <a:lnTo>
                    <a:pt x="3898557" y="6821066"/>
                  </a:lnTo>
                  <a:lnTo>
                    <a:pt x="3943323" y="6807452"/>
                  </a:lnTo>
                  <a:lnTo>
                    <a:pt x="3987813" y="6793269"/>
                  </a:lnTo>
                  <a:lnTo>
                    <a:pt x="4032020" y="6778523"/>
                  </a:lnTo>
                  <a:lnTo>
                    <a:pt x="4075943" y="6763217"/>
                  </a:lnTo>
                  <a:lnTo>
                    <a:pt x="4119577" y="6747356"/>
                  </a:lnTo>
                  <a:lnTo>
                    <a:pt x="4162919" y="6730946"/>
                  </a:lnTo>
                  <a:lnTo>
                    <a:pt x="4205965" y="6713990"/>
                  </a:lnTo>
                  <a:lnTo>
                    <a:pt x="4248711" y="6696494"/>
                  </a:lnTo>
                  <a:lnTo>
                    <a:pt x="4291153" y="6678461"/>
                  </a:lnTo>
                  <a:lnTo>
                    <a:pt x="4333289" y="6659897"/>
                  </a:lnTo>
                  <a:lnTo>
                    <a:pt x="4375114" y="6640806"/>
                  </a:lnTo>
                  <a:lnTo>
                    <a:pt x="4416624" y="6621193"/>
                  </a:lnTo>
                  <a:lnTo>
                    <a:pt x="4457816" y="6601063"/>
                  </a:lnTo>
                  <a:lnTo>
                    <a:pt x="4498686" y="6580419"/>
                  </a:lnTo>
                  <a:lnTo>
                    <a:pt x="4539231" y="6559267"/>
                  </a:lnTo>
                  <a:lnTo>
                    <a:pt x="4579447" y="6537612"/>
                  </a:lnTo>
                  <a:lnTo>
                    <a:pt x="4619330" y="6515457"/>
                  </a:lnTo>
                  <a:lnTo>
                    <a:pt x="4658876" y="6492808"/>
                  </a:lnTo>
                  <a:lnTo>
                    <a:pt x="4698082" y="6469669"/>
                  </a:lnTo>
                  <a:lnTo>
                    <a:pt x="4736944" y="6446045"/>
                  </a:lnTo>
                  <a:lnTo>
                    <a:pt x="4775458" y="6421940"/>
                  </a:lnTo>
                  <a:lnTo>
                    <a:pt x="4813622" y="6397360"/>
                  </a:lnTo>
                  <a:lnTo>
                    <a:pt x="4851430" y="6372308"/>
                  </a:lnTo>
                  <a:lnTo>
                    <a:pt x="4888879" y="6346789"/>
                  </a:lnTo>
                  <a:lnTo>
                    <a:pt x="4925967" y="6320809"/>
                  </a:lnTo>
                  <a:lnTo>
                    <a:pt x="4962688" y="6294371"/>
                  </a:lnTo>
                  <a:lnTo>
                    <a:pt x="4999040" y="6267480"/>
                  </a:lnTo>
                  <a:lnTo>
                    <a:pt x="5035018" y="6240141"/>
                  </a:lnTo>
                  <a:lnTo>
                    <a:pt x="5070619" y="6212359"/>
                  </a:lnTo>
                  <a:lnTo>
                    <a:pt x="5105839" y="6184138"/>
                  </a:lnTo>
                  <a:lnTo>
                    <a:pt x="5140675" y="6155482"/>
                  </a:lnTo>
                  <a:lnTo>
                    <a:pt x="5175123" y="6126397"/>
                  </a:lnTo>
                  <a:lnTo>
                    <a:pt x="5209180" y="6096887"/>
                  </a:lnTo>
                  <a:lnTo>
                    <a:pt x="5242840" y="6066956"/>
                  </a:lnTo>
                  <a:lnTo>
                    <a:pt x="5276102" y="6036610"/>
                  </a:lnTo>
                  <a:lnTo>
                    <a:pt x="5308960" y="6005852"/>
                  </a:lnTo>
                  <a:lnTo>
                    <a:pt x="5341413" y="5974689"/>
                  </a:lnTo>
                  <a:lnTo>
                    <a:pt x="5373455" y="5943123"/>
                  </a:lnTo>
                  <a:lnTo>
                    <a:pt x="5405083" y="5911160"/>
                  </a:lnTo>
                  <a:lnTo>
                    <a:pt x="5436293" y="5878804"/>
                  </a:lnTo>
                  <a:lnTo>
                    <a:pt x="5467083" y="5846061"/>
                  </a:lnTo>
                  <a:lnTo>
                    <a:pt x="5497447" y="5812934"/>
                  </a:lnTo>
                  <a:lnTo>
                    <a:pt x="5527383" y="5779428"/>
                  </a:lnTo>
                  <a:lnTo>
                    <a:pt x="5556887" y="5745549"/>
                  </a:lnTo>
                  <a:lnTo>
                    <a:pt x="5585954" y="5711299"/>
                  </a:lnTo>
                  <a:lnTo>
                    <a:pt x="5614582" y="5676685"/>
                  </a:lnTo>
                  <a:lnTo>
                    <a:pt x="5642767" y="5641711"/>
                  </a:lnTo>
                  <a:lnTo>
                    <a:pt x="5670504" y="5606381"/>
                  </a:lnTo>
                  <a:lnTo>
                    <a:pt x="5697791" y="5570701"/>
                  </a:lnTo>
                  <a:lnTo>
                    <a:pt x="5724624" y="5534674"/>
                  </a:lnTo>
                  <a:lnTo>
                    <a:pt x="5750998" y="5498305"/>
                  </a:lnTo>
                  <a:lnTo>
                    <a:pt x="5776911" y="5461599"/>
                  </a:lnTo>
                  <a:lnTo>
                    <a:pt x="5802358" y="5424561"/>
                  </a:lnTo>
                  <a:lnTo>
                    <a:pt x="5827336" y="5387195"/>
                  </a:lnTo>
                  <a:lnTo>
                    <a:pt x="5851842" y="5349506"/>
                  </a:lnTo>
                  <a:lnTo>
                    <a:pt x="5875871" y="5311499"/>
                  </a:lnTo>
                  <a:lnTo>
                    <a:pt x="5899420" y="5273177"/>
                  </a:lnTo>
                  <a:lnTo>
                    <a:pt x="5922485" y="5234546"/>
                  </a:lnTo>
                  <a:lnTo>
                    <a:pt x="5945062" y="5195611"/>
                  </a:lnTo>
                  <a:lnTo>
                    <a:pt x="5967148" y="5156375"/>
                  </a:lnTo>
                  <a:lnTo>
                    <a:pt x="5988740" y="5116844"/>
                  </a:lnTo>
                  <a:lnTo>
                    <a:pt x="6009833" y="5077023"/>
                  </a:lnTo>
                  <a:lnTo>
                    <a:pt x="6030423" y="5036915"/>
                  </a:lnTo>
                  <a:lnTo>
                    <a:pt x="6050508" y="4996525"/>
                  </a:lnTo>
                  <a:lnTo>
                    <a:pt x="6070083" y="4955859"/>
                  </a:lnTo>
                  <a:lnTo>
                    <a:pt x="6089145" y="4914921"/>
                  </a:lnTo>
                  <a:lnTo>
                    <a:pt x="6107690" y="4873715"/>
                  </a:lnTo>
                  <a:lnTo>
                    <a:pt x="6125714" y="4832246"/>
                  </a:lnTo>
                  <a:lnTo>
                    <a:pt x="6143214" y="4790518"/>
                  </a:lnTo>
                  <a:lnTo>
                    <a:pt x="6160185" y="4748537"/>
                  </a:lnTo>
                  <a:lnTo>
                    <a:pt x="6176625" y="4706307"/>
                  </a:lnTo>
                  <a:lnTo>
                    <a:pt x="6192530" y="4663832"/>
                  </a:lnTo>
                  <a:lnTo>
                    <a:pt x="6207896" y="4621118"/>
                  </a:lnTo>
                  <a:lnTo>
                    <a:pt x="6222719" y="4578168"/>
                  </a:lnTo>
                  <a:lnTo>
                    <a:pt x="6236995" y="4534987"/>
                  </a:lnTo>
                  <a:lnTo>
                    <a:pt x="6250722" y="4491581"/>
                  </a:lnTo>
                  <a:lnTo>
                    <a:pt x="6263894" y="4447953"/>
                  </a:lnTo>
                  <a:lnTo>
                    <a:pt x="6276509" y="4404109"/>
                  </a:lnTo>
                  <a:lnTo>
                    <a:pt x="6288563" y="4360052"/>
                  </a:lnTo>
                  <a:lnTo>
                    <a:pt x="6300053" y="4315789"/>
                  </a:lnTo>
                  <a:lnTo>
                    <a:pt x="6310973" y="4271322"/>
                  </a:lnTo>
                  <a:lnTo>
                    <a:pt x="6321322" y="4226657"/>
                  </a:lnTo>
                  <a:lnTo>
                    <a:pt x="6331094" y="4181798"/>
                  </a:lnTo>
                  <a:lnTo>
                    <a:pt x="6340287" y="4136751"/>
                  </a:lnTo>
                  <a:lnTo>
                    <a:pt x="6348897" y="4091519"/>
                  </a:lnTo>
                  <a:lnTo>
                    <a:pt x="6356920" y="4046108"/>
                  </a:lnTo>
                  <a:lnTo>
                    <a:pt x="6364352" y="4000522"/>
                  </a:lnTo>
                  <a:lnTo>
                    <a:pt x="6371190" y="3954765"/>
                  </a:lnTo>
                  <a:lnTo>
                    <a:pt x="6377430" y="3908842"/>
                  </a:lnTo>
                  <a:lnTo>
                    <a:pt x="6383068" y="3862758"/>
                  </a:lnTo>
                  <a:lnTo>
                    <a:pt x="6388101" y="3816518"/>
                  </a:lnTo>
                  <a:lnTo>
                    <a:pt x="6392525" y="3770126"/>
                  </a:lnTo>
                  <a:lnTo>
                    <a:pt x="6396336" y="3723586"/>
                  </a:lnTo>
                  <a:lnTo>
                    <a:pt x="6399531" y="3676904"/>
                  </a:lnTo>
                  <a:lnTo>
                    <a:pt x="6402105" y="3630084"/>
                  </a:lnTo>
                  <a:lnTo>
                    <a:pt x="6404056" y="3583131"/>
                  </a:lnTo>
                  <a:lnTo>
                    <a:pt x="6405380" y="3536048"/>
                  </a:lnTo>
                  <a:lnTo>
                    <a:pt x="6406072" y="3488842"/>
                  </a:lnTo>
                  <a:lnTo>
                    <a:pt x="6406130" y="3441516"/>
                  </a:lnTo>
                  <a:lnTo>
                    <a:pt x="6405549" y="3394075"/>
                  </a:lnTo>
                  <a:lnTo>
                    <a:pt x="6404326" y="3346524"/>
                  </a:lnTo>
                  <a:lnTo>
                    <a:pt x="6402458" y="3298868"/>
                  </a:lnTo>
                  <a:lnTo>
                    <a:pt x="6399939" y="3251110"/>
                  </a:lnTo>
                  <a:lnTo>
                    <a:pt x="6396768" y="3203256"/>
                  </a:lnTo>
                  <a:lnTo>
                    <a:pt x="6392939" y="3155311"/>
                  </a:lnTo>
                  <a:lnTo>
                    <a:pt x="6388450" y="3107278"/>
                  </a:lnTo>
                  <a:lnTo>
                    <a:pt x="6383297" y="3059163"/>
                  </a:lnTo>
                  <a:lnTo>
                    <a:pt x="6377276" y="3009407"/>
                  </a:lnTo>
                  <a:lnTo>
                    <a:pt x="6370580" y="2959899"/>
                  </a:lnTo>
                  <a:lnTo>
                    <a:pt x="6363215" y="2910641"/>
                  </a:lnTo>
                  <a:lnTo>
                    <a:pt x="6355186" y="2861637"/>
                  </a:lnTo>
                  <a:lnTo>
                    <a:pt x="6346498" y="2812893"/>
                  </a:lnTo>
                  <a:lnTo>
                    <a:pt x="6337157" y="2764412"/>
                  </a:lnTo>
                  <a:lnTo>
                    <a:pt x="6327167" y="2716198"/>
                  </a:lnTo>
                  <a:lnTo>
                    <a:pt x="6316533" y="2668255"/>
                  </a:lnTo>
                  <a:lnTo>
                    <a:pt x="6305262" y="2620587"/>
                  </a:lnTo>
                  <a:lnTo>
                    <a:pt x="6293357" y="2573199"/>
                  </a:lnTo>
                  <a:lnTo>
                    <a:pt x="6280824" y="2526094"/>
                  </a:lnTo>
                  <a:lnTo>
                    <a:pt x="6267668" y="2479276"/>
                  </a:lnTo>
                  <a:lnTo>
                    <a:pt x="6253895" y="2432751"/>
                  </a:lnTo>
                  <a:lnTo>
                    <a:pt x="6239508" y="2386521"/>
                  </a:lnTo>
                  <a:lnTo>
                    <a:pt x="6224515" y="2340590"/>
                  </a:lnTo>
                  <a:lnTo>
                    <a:pt x="6208919" y="2294964"/>
                  </a:lnTo>
                  <a:lnTo>
                    <a:pt x="6192726" y="2249646"/>
                  </a:lnTo>
                  <a:lnTo>
                    <a:pt x="6175941" y="2204640"/>
                  </a:lnTo>
                  <a:lnTo>
                    <a:pt x="6158570" y="2159950"/>
                  </a:lnTo>
                  <a:lnTo>
                    <a:pt x="6140616" y="2115580"/>
                  </a:lnTo>
                  <a:lnTo>
                    <a:pt x="6122086" y="2071535"/>
                  </a:lnTo>
                  <a:lnTo>
                    <a:pt x="6102985" y="2027818"/>
                  </a:lnTo>
                  <a:lnTo>
                    <a:pt x="6083317" y="1984434"/>
                  </a:lnTo>
                  <a:lnTo>
                    <a:pt x="6063088" y="1941386"/>
                  </a:lnTo>
                  <a:lnTo>
                    <a:pt x="6042304" y="1898680"/>
                  </a:lnTo>
                  <a:lnTo>
                    <a:pt x="6020968" y="1856318"/>
                  </a:lnTo>
                  <a:lnTo>
                    <a:pt x="5999087" y="1814305"/>
                  </a:lnTo>
                  <a:lnTo>
                    <a:pt x="5976665" y="1772645"/>
                  </a:lnTo>
                  <a:lnTo>
                    <a:pt x="5953707" y="1731342"/>
                  </a:lnTo>
                  <a:lnTo>
                    <a:pt x="5930220" y="1690400"/>
                  </a:lnTo>
                  <a:lnTo>
                    <a:pt x="5906207" y="1649824"/>
                  </a:lnTo>
                  <a:lnTo>
                    <a:pt x="5881674" y="1609616"/>
                  </a:lnTo>
                  <a:lnTo>
                    <a:pt x="5856627" y="1569783"/>
                  </a:lnTo>
                  <a:lnTo>
                    <a:pt x="5831070" y="1530327"/>
                  </a:lnTo>
                  <a:lnTo>
                    <a:pt x="5805008" y="1491253"/>
                  </a:lnTo>
                  <a:lnTo>
                    <a:pt x="5778447" y="1452564"/>
                  </a:lnTo>
                  <a:lnTo>
                    <a:pt x="5751391" y="1414265"/>
                  </a:lnTo>
                  <a:lnTo>
                    <a:pt x="5723847" y="1376361"/>
                  </a:lnTo>
                  <a:lnTo>
                    <a:pt x="5695818" y="1338854"/>
                  </a:lnTo>
                  <a:lnTo>
                    <a:pt x="5667311" y="1301749"/>
                  </a:lnTo>
                  <a:lnTo>
                    <a:pt x="5638330" y="1265051"/>
                  </a:lnTo>
                  <a:lnTo>
                    <a:pt x="5608880" y="1228763"/>
                  </a:lnTo>
                  <a:lnTo>
                    <a:pt x="5578967" y="1192889"/>
                  </a:lnTo>
                  <a:lnTo>
                    <a:pt x="5548596" y="1157434"/>
                  </a:lnTo>
                  <a:lnTo>
                    <a:pt x="5517771" y="1122401"/>
                  </a:lnTo>
                  <a:lnTo>
                    <a:pt x="5486499" y="1087796"/>
                  </a:lnTo>
                  <a:lnTo>
                    <a:pt x="5454784" y="1053620"/>
                  </a:lnTo>
                  <a:lnTo>
                    <a:pt x="5422631" y="1019880"/>
                  </a:lnTo>
                  <a:lnTo>
                    <a:pt x="5390046" y="986579"/>
                  </a:lnTo>
                  <a:lnTo>
                    <a:pt x="5357033" y="953720"/>
                  </a:lnTo>
                  <a:lnTo>
                    <a:pt x="5323598" y="921309"/>
                  </a:lnTo>
                  <a:lnTo>
                    <a:pt x="5289746" y="889349"/>
                  </a:lnTo>
                  <a:lnTo>
                    <a:pt x="5255482" y="857845"/>
                  </a:lnTo>
                  <a:lnTo>
                    <a:pt x="5220811" y="826800"/>
                  </a:lnTo>
                  <a:lnTo>
                    <a:pt x="5185738" y="796218"/>
                  </a:lnTo>
                  <a:lnTo>
                    <a:pt x="5150269" y="766104"/>
                  </a:lnTo>
                  <a:lnTo>
                    <a:pt x="5114409" y="736461"/>
                  </a:lnTo>
                  <a:lnTo>
                    <a:pt x="5078162" y="707295"/>
                  </a:lnTo>
                  <a:lnTo>
                    <a:pt x="5041534" y="678608"/>
                  </a:lnTo>
                  <a:lnTo>
                    <a:pt x="5004531" y="650405"/>
                  </a:lnTo>
                  <a:lnTo>
                    <a:pt x="4967156" y="622691"/>
                  </a:lnTo>
                  <a:lnTo>
                    <a:pt x="4929416" y="595468"/>
                  </a:lnTo>
                  <a:lnTo>
                    <a:pt x="4891315" y="568742"/>
                  </a:lnTo>
                  <a:lnTo>
                    <a:pt x="4852859" y="542516"/>
                  </a:lnTo>
                  <a:lnTo>
                    <a:pt x="4814053" y="516794"/>
                  </a:lnTo>
                  <a:lnTo>
                    <a:pt x="4774901" y="491581"/>
                  </a:lnTo>
                  <a:lnTo>
                    <a:pt x="4735410" y="466880"/>
                  </a:lnTo>
                  <a:lnTo>
                    <a:pt x="4695584" y="442697"/>
                  </a:lnTo>
                  <a:lnTo>
                    <a:pt x="4655428" y="419034"/>
                  </a:lnTo>
                  <a:lnTo>
                    <a:pt x="4614947" y="395896"/>
                  </a:lnTo>
                  <a:lnTo>
                    <a:pt x="4574148" y="373287"/>
                  </a:lnTo>
                  <a:lnTo>
                    <a:pt x="4533034" y="351210"/>
                  </a:lnTo>
                  <a:lnTo>
                    <a:pt x="4491611" y="329672"/>
                  </a:lnTo>
                  <a:lnTo>
                    <a:pt x="4449884" y="308674"/>
                  </a:lnTo>
                  <a:lnTo>
                    <a:pt x="4407858" y="288222"/>
                  </a:lnTo>
                  <a:lnTo>
                    <a:pt x="4365538" y="268319"/>
                  </a:lnTo>
                  <a:lnTo>
                    <a:pt x="4322930" y="248969"/>
                  </a:lnTo>
                  <a:lnTo>
                    <a:pt x="4280039" y="230178"/>
                  </a:lnTo>
                  <a:lnTo>
                    <a:pt x="4236870" y="211948"/>
                  </a:lnTo>
                  <a:lnTo>
                    <a:pt x="4193427" y="194284"/>
                  </a:lnTo>
                  <a:lnTo>
                    <a:pt x="4149716" y="177189"/>
                  </a:lnTo>
                  <a:lnTo>
                    <a:pt x="4105743" y="160669"/>
                  </a:lnTo>
                  <a:lnTo>
                    <a:pt x="4061512" y="144727"/>
                  </a:lnTo>
                  <a:lnTo>
                    <a:pt x="4017029" y="129367"/>
                  </a:lnTo>
                  <a:lnTo>
                    <a:pt x="3972298" y="114593"/>
                  </a:lnTo>
                  <a:lnTo>
                    <a:pt x="3927325" y="100409"/>
                  </a:lnTo>
                  <a:lnTo>
                    <a:pt x="3882115" y="86820"/>
                  </a:lnTo>
                  <a:lnTo>
                    <a:pt x="3836673" y="73830"/>
                  </a:lnTo>
                  <a:lnTo>
                    <a:pt x="3791004" y="61442"/>
                  </a:lnTo>
                  <a:lnTo>
                    <a:pt x="3745113" y="49661"/>
                  </a:lnTo>
                  <a:lnTo>
                    <a:pt x="3699006" y="38491"/>
                  </a:lnTo>
                  <a:lnTo>
                    <a:pt x="3652688" y="27935"/>
                  </a:lnTo>
                  <a:lnTo>
                    <a:pt x="3606164" y="17999"/>
                  </a:lnTo>
                  <a:lnTo>
                    <a:pt x="3559438" y="8686"/>
                  </a:lnTo>
                  <a:lnTo>
                    <a:pt x="3512517" y="0"/>
                  </a:lnTo>
                </a:path>
              </a:pathLst>
            </a:custGeom>
            <a:ln w="31911">
              <a:solidFill>
                <a:srgbClr val="9460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"/>
            <p:cNvSpPr txBox="1"/>
            <p:nvPr/>
          </p:nvSpPr>
          <p:spPr>
            <a:xfrm>
              <a:off x="576264" y="1525808"/>
              <a:ext cx="2720975" cy="257763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0"/>
                </a:spcBef>
              </a:pPr>
              <a:r>
                <a:rPr lang="ru-RU" sz="1600" dirty="0" smtClean="0">
                  <a:latin typeface="Fedra Sans Alt Pro Light" panose="020B0304040000020004" pitchFamily="34" charset="0"/>
                  <a:cs typeface="Tahoma"/>
                </a:rPr>
                <a:t>показатель</a:t>
              </a:r>
              <a:endParaRPr sz="1600" dirty="0">
                <a:latin typeface="Fedra Sans Alt Pro Light" panose="020B0304040000020004" pitchFamily="34" charset="0"/>
                <a:cs typeface="Tahoma"/>
              </a:endParaRPr>
            </a:p>
          </p:txBody>
        </p:sp>
        <p:sp>
          <p:nvSpPr>
            <p:cNvPr id="16" name="object 7"/>
            <p:cNvSpPr txBox="1"/>
            <p:nvPr/>
          </p:nvSpPr>
          <p:spPr>
            <a:xfrm>
              <a:off x="523942" y="2490126"/>
              <a:ext cx="3267710" cy="1490793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9600" b="1" dirty="0" smtClean="0">
                  <a:solidFill>
                    <a:srgbClr val="9460A4"/>
                  </a:solidFill>
                  <a:latin typeface="Fedra Sans Pro Bold" panose="020B0804040000020004" pitchFamily="34" charset="0"/>
                  <a:cs typeface="Tahoma"/>
                </a:rPr>
                <a:t>000</a:t>
              </a:r>
              <a:endParaRPr sz="9600" dirty="0">
                <a:latin typeface="Fedra Sans Pro Bold" panose="020B0804040000020004" pitchFamily="34" charset="0"/>
                <a:cs typeface="Tahoma"/>
              </a:endParaRPr>
            </a:p>
          </p:txBody>
        </p:sp>
        <p:sp>
          <p:nvSpPr>
            <p:cNvPr id="17" name="object 8"/>
            <p:cNvSpPr txBox="1"/>
            <p:nvPr/>
          </p:nvSpPr>
          <p:spPr>
            <a:xfrm>
              <a:off x="1788999" y="3370029"/>
              <a:ext cx="1633077" cy="1049005"/>
            </a:xfrm>
            <a:prstGeom prst="rect">
              <a:avLst/>
            </a:prstGeom>
          </p:spPr>
          <p:txBody>
            <a:bodyPr vert="horz" wrap="square" lIns="0" tIns="3124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460"/>
                </a:spcBef>
              </a:pPr>
              <a:r>
                <a:rPr sz="2400" dirty="0">
                  <a:solidFill>
                    <a:srgbClr val="9460A4"/>
                  </a:solidFill>
                  <a:latin typeface="Fedra Sans Alt Pro Light" panose="020B0304040000020004" pitchFamily="34" charset="0"/>
                  <a:cs typeface="Tahoma"/>
                </a:rPr>
                <a:t>человек</a:t>
              </a:r>
              <a:endParaRPr sz="2400" dirty="0">
                <a:latin typeface="Fedra Sans Alt Pro Light" panose="020B0304040000020004" pitchFamily="34" charset="0"/>
                <a:cs typeface="Tahoma"/>
              </a:endParaRPr>
            </a:p>
            <a:p>
              <a:pPr marL="12700">
                <a:lnSpc>
                  <a:spcPct val="100000"/>
                </a:lnSpc>
                <a:spcBef>
                  <a:spcPts val="1420"/>
                </a:spcBef>
              </a:pPr>
              <a:r>
                <a:rPr sz="1200" dirty="0">
                  <a:solidFill>
                    <a:srgbClr val="9460A4"/>
                  </a:solidFill>
                  <a:latin typeface="Fedra Sans Alt Pro Light" panose="020B0304040000020004" pitchFamily="34" charset="0"/>
                  <a:cs typeface="Tahoma"/>
                </a:rPr>
                <a:t>в </a:t>
              </a:r>
              <a:r>
                <a:rPr sz="1200" dirty="0" err="1" smtClean="0">
                  <a:solidFill>
                    <a:srgbClr val="9460A4"/>
                  </a:solidFill>
                  <a:latin typeface="Fedra Sans Alt Pro Light" panose="020B0304040000020004" pitchFamily="34" charset="0"/>
                  <a:cs typeface="Tahoma"/>
                </a:rPr>
                <a:t>том</a:t>
              </a:r>
              <a:r>
                <a:rPr lang="ru-RU" sz="1200" dirty="0">
                  <a:solidFill>
                    <a:srgbClr val="9460A4"/>
                  </a:solidFill>
                  <a:latin typeface="Fedra Sans Alt Pro Light" panose="020B0304040000020004" pitchFamily="34" charset="0"/>
                  <a:cs typeface="Tahoma"/>
                </a:rPr>
                <a:t> </a:t>
              </a:r>
              <a:r>
                <a:rPr sz="1200" dirty="0" err="1" smtClean="0">
                  <a:solidFill>
                    <a:srgbClr val="9460A4"/>
                  </a:solidFill>
                  <a:latin typeface="Fedra Sans Alt Pro Light" panose="020B0304040000020004" pitchFamily="34" charset="0"/>
                  <a:cs typeface="Tahoma"/>
                </a:rPr>
                <a:t>числе</a:t>
              </a:r>
              <a:endParaRPr sz="1200" dirty="0">
                <a:latin typeface="Fedra Sans Alt Pro Light" panose="020B0304040000020004" pitchFamily="34" charset="0"/>
                <a:cs typeface="Tahoma"/>
              </a:endParaRPr>
            </a:p>
          </p:txBody>
        </p:sp>
      </p:grpSp>
      <p:sp>
        <p:nvSpPr>
          <p:cNvPr id="52" name="object 35"/>
          <p:cNvSpPr/>
          <p:nvPr/>
        </p:nvSpPr>
        <p:spPr>
          <a:xfrm flipH="1">
            <a:off x="4589592" y="1119547"/>
            <a:ext cx="45719" cy="4641491"/>
          </a:xfrm>
          <a:custGeom>
            <a:avLst/>
            <a:gdLst/>
            <a:ahLst/>
            <a:cxnLst/>
            <a:rect l="l" t="t" r="r" b="b"/>
            <a:pathLst>
              <a:path h="6873240">
                <a:moveTo>
                  <a:pt x="0" y="0"/>
                </a:moveTo>
                <a:lnTo>
                  <a:pt x="0" y="6873155"/>
                </a:lnTo>
              </a:path>
            </a:pathLst>
          </a:custGeom>
          <a:ln w="53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Группа 7"/>
          <p:cNvGrpSpPr/>
          <p:nvPr/>
        </p:nvGrpSpPr>
        <p:grpSpPr>
          <a:xfrm>
            <a:off x="5360608" y="1185745"/>
            <a:ext cx="6090208" cy="1152000"/>
            <a:chOff x="5360608" y="1177036"/>
            <a:chExt cx="6090208" cy="1152000"/>
          </a:xfrm>
        </p:grpSpPr>
        <p:grpSp>
          <p:nvGrpSpPr>
            <p:cNvPr id="58" name="Группа 57"/>
            <p:cNvGrpSpPr/>
            <p:nvPr/>
          </p:nvGrpSpPr>
          <p:grpSpPr>
            <a:xfrm>
              <a:off x="6721927" y="1287974"/>
              <a:ext cx="4728889" cy="834220"/>
              <a:chOff x="7851635" y="1421549"/>
              <a:chExt cx="3540981" cy="610665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7851635" y="1829445"/>
                <a:ext cx="3540981" cy="20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200" dirty="0" smtClean="0">
                    <a:latin typeface="Fedra Sans Cond Pro Light" panose="02000506080000020004" pitchFamily="50" charset="0"/>
                  </a:rPr>
                  <a:t>Текст </a:t>
                </a:r>
                <a:endParaRPr lang="ru-RU" sz="12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7851635" y="1421549"/>
                <a:ext cx="3540981" cy="360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400" dirty="0" smtClean="0">
                    <a:latin typeface="Fedra Sans Pro Bold" panose="020B0804040000020004" pitchFamily="34" charset="0"/>
                  </a:rPr>
                  <a:t>ИВАНОВ И.И.</a:t>
                </a:r>
                <a:r>
                  <a:rPr lang="ru-RU" sz="1600" dirty="0" smtClean="0">
                    <a:latin typeface="Fedra Sans Pro Bold" panose="020B0804040000020004" pitchFamily="34" charset="0"/>
                  </a:rPr>
                  <a:t/>
                </a:r>
                <a:br>
                  <a:rPr lang="ru-RU" sz="1600" dirty="0" smtClean="0">
                    <a:latin typeface="Fedra Sans Pro Bold" panose="020B0804040000020004" pitchFamily="34" charset="0"/>
                  </a:rPr>
                </a:br>
                <a:r>
                  <a:rPr lang="ru-RU" sz="1200" dirty="0" smtClean="0">
                    <a:latin typeface="Fedra Sans Pro" panose="020B0504040000020004" pitchFamily="34" charset="0"/>
                  </a:rPr>
                  <a:t>доцент кафедры</a:t>
                </a:r>
                <a:endParaRPr lang="ru-RU" sz="1200" dirty="0">
                  <a:latin typeface="Fedra Sans Pro" panose="020B0504040000020004" pitchFamily="34" charset="0"/>
                </a:endParaRPr>
              </a:p>
            </p:txBody>
          </p:sp>
        </p:grpSp>
        <p:pic>
          <p:nvPicPr>
            <p:cNvPr id="76" name="Рисунок 75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5360608" y="1177036"/>
              <a:ext cx="1152000" cy="1152000"/>
            </a:xfrm>
            <a:prstGeom prst="ellipse">
              <a:avLst/>
            </a:prstGeom>
          </p:spPr>
        </p:pic>
      </p:grpSp>
      <p:grpSp>
        <p:nvGrpSpPr>
          <p:cNvPr id="7" name="Группа 6"/>
          <p:cNvGrpSpPr/>
          <p:nvPr/>
        </p:nvGrpSpPr>
        <p:grpSpPr>
          <a:xfrm>
            <a:off x="5360608" y="2903442"/>
            <a:ext cx="6090208" cy="1152000"/>
            <a:chOff x="5360608" y="2846834"/>
            <a:chExt cx="6090208" cy="1152000"/>
          </a:xfrm>
        </p:grpSpPr>
        <p:grpSp>
          <p:nvGrpSpPr>
            <p:cNvPr id="78" name="Группа 77"/>
            <p:cNvGrpSpPr/>
            <p:nvPr/>
          </p:nvGrpSpPr>
          <p:grpSpPr>
            <a:xfrm>
              <a:off x="6721927" y="2957772"/>
              <a:ext cx="4728889" cy="834220"/>
              <a:chOff x="7851635" y="1421549"/>
              <a:chExt cx="3540981" cy="610665"/>
            </a:xfrm>
          </p:grpSpPr>
          <p:sp>
            <p:nvSpPr>
              <p:cNvPr id="80" name="TextBox 79"/>
              <p:cNvSpPr txBox="1"/>
              <p:nvPr/>
            </p:nvSpPr>
            <p:spPr>
              <a:xfrm>
                <a:off x="7851635" y="1829445"/>
                <a:ext cx="3540981" cy="20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200" dirty="0" smtClean="0">
                    <a:latin typeface="Fedra Sans Cond Pro Light" panose="02000506080000020004" pitchFamily="50" charset="0"/>
                  </a:rPr>
                  <a:t>Текст </a:t>
                </a:r>
                <a:endParaRPr lang="ru-RU" sz="12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7851635" y="1421549"/>
                <a:ext cx="3540981" cy="360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400" dirty="0" smtClean="0">
                    <a:latin typeface="Fedra Sans Pro Bold" panose="020B0804040000020004" pitchFamily="34" charset="0"/>
                  </a:rPr>
                  <a:t>ИВАНОВ И.И.</a:t>
                </a:r>
                <a:r>
                  <a:rPr lang="ru-RU" sz="1600" dirty="0" smtClean="0">
                    <a:latin typeface="Fedra Sans Pro Bold" panose="020B0804040000020004" pitchFamily="34" charset="0"/>
                  </a:rPr>
                  <a:t/>
                </a:r>
                <a:br>
                  <a:rPr lang="ru-RU" sz="1600" dirty="0" smtClean="0">
                    <a:latin typeface="Fedra Sans Pro Bold" panose="020B0804040000020004" pitchFamily="34" charset="0"/>
                  </a:rPr>
                </a:br>
                <a:r>
                  <a:rPr lang="ru-RU" sz="1200" dirty="0" smtClean="0">
                    <a:latin typeface="Fedra Sans Pro" panose="020B0504040000020004" pitchFamily="34" charset="0"/>
                  </a:rPr>
                  <a:t>доцент кафедры</a:t>
                </a:r>
                <a:endParaRPr lang="ru-RU" sz="1200" dirty="0">
                  <a:latin typeface="Fedra Sans Pro" panose="020B0504040000020004" pitchFamily="34" charset="0"/>
                </a:endParaRPr>
              </a:p>
            </p:txBody>
          </p:sp>
        </p:grpSp>
        <p:pic>
          <p:nvPicPr>
            <p:cNvPr id="79" name="Рисунок 78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5360608" y="2846834"/>
              <a:ext cx="1152000" cy="1152000"/>
            </a:xfrm>
            <a:prstGeom prst="ellipse">
              <a:avLst/>
            </a:prstGeom>
          </p:spPr>
        </p:pic>
      </p:grpSp>
      <p:grpSp>
        <p:nvGrpSpPr>
          <p:cNvPr id="5" name="Группа 4"/>
          <p:cNvGrpSpPr/>
          <p:nvPr/>
        </p:nvGrpSpPr>
        <p:grpSpPr>
          <a:xfrm>
            <a:off x="5360608" y="4621138"/>
            <a:ext cx="6090208" cy="1152000"/>
            <a:chOff x="5360608" y="4621138"/>
            <a:chExt cx="6090208" cy="1152000"/>
          </a:xfrm>
        </p:grpSpPr>
        <p:grpSp>
          <p:nvGrpSpPr>
            <p:cNvPr id="83" name="Группа 82"/>
            <p:cNvGrpSpPr/>
            <p:nvPr/>
          </p:nvGrpSpPr>
          <p:grpSpPr>
            <a:xfrm>
              <a:off x="6721927" y="4732075"/>
              <a:ext cx="4728889" cy="834220"/>
              <a:chOff x="7851635" y="1421549"/>
              <a:chExt cx="3540981" cy="610665"/>
            </a:xfrm>
          </p:grpSpPr>
          <p:sp>
            <p:nvSpPr>
              <p:cNvPr id="85" name="TextBox 84"/>
              <p:cNvSpPr txBox="1"/>
              <p:nvPr/>
            </p:nvSpPr>
            <p:spPr>
              <a:xfrm>
                <a:off x="7851635" y="1829445"/>
                <a:ext cx="3540981" cy="20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200" dirty="0" smtClean="0">
                    <a:latin typeface="Fedra Sans Cond Pro Light" panose="02000506080000020004" pitchFamily="50" charset="0"/>
                  </a:rPr>
                  <a:t>Текст </a:t>
                </a:r>
                <a:endParaRPr lang="ru-RU" sz="12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7851635" y="1421549"/>
                <a:ext cx="3540981" cy="360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1400" dirty="0" smtClean="0">
                    <a:latin typeface="Fedra Sans Pro Bold" panose="020B0804040000020004" pitchFamily="34" charset="0"/>
                  </a:rPr>
                  <a:t>ИВАНОВ И.И.</a:t>
                </a:r>
                <a:r>
                  <a:rPr lang="ru-RU" sz="1600" dirty="0" smtClean="0">
                    <a:latin typeface="Fedra Sans Pro Bold" panose="020B0804040000020004" pitchFamily="34" charset="0"/>
                  </a:rPr>
                  <a:t/>
                </a:r>
                <a:br>
                  <a:rPr lang="ru-RU" sz="1600" dirty="0" smtClean="0">
                    <a:latin typeface="Fedra Sans Pro Bold" panose="020B0804040000020004" pitchFamily="34" charset="0"/>
                  </a:rPr>
                </a:br>
                <a:r>
                  <a:rPr lang="ru-RU" sz="1200" dirty="0" smtClean="0">
                    <a:latin typeface="Fedra Sans Pro" panose="020B0504040000020004" pitchFamily="34" charset="0"/>
                  </a:rPr>
                  <a:t>доцент кафедры</a:t>
                </a:r>
                <a:endParaRPr lang="ru-RU" sz="1200" dirty="0">
                  <a:latin typeface="Fedra Sans Pro" panose="020B0504040000020004" pitchFamily="34" charset="0"/>
                </a:endParaRPr>
              </a:p>
            </p:txBody>
          </p:sp>
        </p:grpSp>
        <p:pic>
          <p:nvPicPr>
            <p:cNvPr id="84" name="Рисунок 83"/>
            <p:cNvPicPr>
              <a:picLocks/>
            </p:cNvPicPr>
            <p:nvPr/>
          </p:nvPicPr>
          <p:blipFill rotWithShape="1"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5360608" y="4621138"/>
              <a:ext cx="1152000" cy="1152000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11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ФОТО. ВАРИАНТ 1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576263" y="1368425"/>
            <a:ext cx="10944225" cy="20510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1853902" y="2163786"/>
            <a:ext cx="2089095" cy="658974"/>
            <a:chOff x="2279212" y="2384454"/>
            <a:chExt cx="2089095" cy="658974"/>
          </a:xfrm>
        </p:grpSpPr>
        <p:sp>
          <p:nvSpPr>
            <p:cNvPr id="62" name="TextBox 61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93" name="Рисунок 92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581175" y="1772716"/>
            <a:ext cx="1152000" cy="1152000"/>
          </a:xfrm>
          <a:prstGeom prst="ellipse">
            <a:avLst/>
          </a:prstGeom>
          <a:ln>
            <a:noFill/>
          </a:ln>
        </p:spPr>
      </p:pic>
      <p:grpSp>
        <p:nvGrpSpPr>
          <p:cNvPr id="95" name="Группа 94"/>
          <p:cNvGrpSpPr/>
          <p:nvPr/>
        </p:nvGrpSpPr>
        <p:grpSpPr>
          <a:xfrm>
            <a:off x="5693764" y="2163786"/>
            <a:ext cx="2089095" cy="658974"/>
            <a:chOff x="2279212" y="2384454"/>
            <a:chExt cx="2089095" cy="658974"/>
          </a:xfrm>
        </p:grpSpPr>
        <p:sp>
          <p:nvSpPr>
            <p:cNvPr id="97" name="TextBox 96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96" name="Рисунок 95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4421037" y="1772716"/>
            <a:ext cx="1152000" cy="1152000"/>
          </a:xfrm>
          <a:prstGeom prst="ellipse">
            <a:avLst/>
          </a:prstGeom>
          <a:ln>
            <a:noFill/>
          </a:ln>
        </p:spPr>
      </p:pic>
      <p:grpSp>
        <p:nvGrpSpPr>
          <p:cNvPr id="100" name="Группа 99"/>
          <p:cNvGrpSpPr/>
          <p:nvPr/>
        </p:nvGrpSpPr>
        <p:grpSpPr>
          <a:xfrm>
            <a:off x="9597415" y="2163786"/>
            <a:ext cx="2089095" cy="658974"/>
            <a:chOff x="2279212" y="2384454"/>
            <a:chExt cx="2089095" cy="658974"/>
          </a:xfrm>
        </p:grpSpPr>
        <p:sp>
          <p:nvSpPr>
            <p:cNvPr id="102" name="TextBox 101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101" name="Рисунок 100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8324688" y="1772716"/>
            <a:ext cx="1152000" cy="1152000"/>
          </a:xfrm>
          <a:prstGeom prst="ellipse">
            <a:avLst/>
          </a:prstGeom>
          <a:ln>
            <a:noFill/>
          </a:ln>
        </p:spPr>
      </p:pic>
      <p:sp>
        <p:nvSpPr>
          <p:cNvPr id="131" name="Прямоугольник 130"/>
          <p:cNvSpPr/>
          <p:nvPr/>
        </p:nvSpPr>
        <p:spPr>
          <a:xfrm>
            <a:off x="496094" y="3787775"/>
            <a:ext cx="10944225" cy="20510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43" name="Группа 142"/>
          <p:cNvGrpSpPr/>
          <p:nvPr/>
        </p:nvGrpSpPr>
        <p:grpSpPr>
          <a:xfrm>
            <a:off x="1773733" y="4583136"/>
            <a:ext cx="2089095" cy="658974"/>
            <a:chOff x="2279212" y="2384454"/>
            <a:chExt cx="2089095" cy="658974"/>
          </a:xfrm>
        </p:grpSpPr>
        <p:sp>
          <p:nvSpPr>
            <p:cNvPr id="145" name="TextBox 144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144" name="Рисунок 143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501006" y="4192066"/>
            <a:ext cx="1152000" cy="1152000"/>
          </a:xfrm>
          <a:prstGeom prst="ellipse">
            <a:avLst/>
          </a:prstGeom>
          <a:ln>
            <a:noFill/>
          </a:ln>
        </p:spPr>
      </p:pic>
      <p:grpSp>
        <p:nvGrpSpPr>
          <p:cNvPr id="139" name="Группа 138"/>
          <p:cNvGrpSpPr/>
          <p:nvPr/>
        </p:nvGrpSpPr>
        <p:grpSpPr>
          <a:xfrm>
            <a:off x="5613595" y="4583136"/>
            <a:ext cx="2089095" cy="658974"/>
            <a:chOff x="2279212" y="2384454"/>
            <a:chExt cx="2089095" cy="658974"/>
          </a:xfrm>
        </p:grpSpPr>
        <p:sp>
          <p:nvSpPr>
            <p:cNvPr id="141" name="TextBox 140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140" name="Рисунок 139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4340868" y="4192066"/>
            <a:ext cx="1152000" cy="1152000"/>
          </a:xfrm>
          <a:prstGeom prst="ellipse">
            <a:avLst/>
          </a:prstGeom>
          <a:ln>
            <a:noFill/>
          </a:ln>
        </p:spPr>
      </p:pic>
      <p:grpSp>
        <p:nvGrpSpPr>
          <p:cNvPr id="135" name="Группа 134"/>
          <p:cNvGrpSpPr/>
          <p:nvPr/>
        </p:nvGrpSpPr>
        <p:grpSpPr>
          <a:xfrm>
            <a:off x="9517246" y="4583136"/>
            <a:ext cx="2089095" cy="658974"/>
            <a:chOff x="2279212" y="2384454"/>
            <a:chExt cx="2089095" cy="658974"/>
          </a:xfrm>
        </p:grpSpPr>
        <p:sp>
          <p:nvSpPr>
            <p:cNvPr id="137" name="TextBox 136"/>
            <p:cNvSpPr txBox="1"/>
            <p:nvPr/>
          </p:nvSpPr>
          <p:spPr>
            <a:xfrm>
              <a:off x="2279212" y="2384454"/>
              <a:ext cx="1983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00" dirty="0" smtClean="0">
                  <a:latin typeface="Fedra Sans Pro Bold" panose="020B0804040000020004" pitchFamily="34" charset="0"/>
                </a:rPr>
                <a:t>ЛАБОРАТОРНЫЙ ХИМИЧЕСКИЙ АНАЛИЗ</a:t>
              </a:r>
              <a:endParaRPr lang="ru-RU" sz="1000" dirty="0">
                <a:latin typeface="Fedra Sans Pro Bold" panose="020B0804040000020004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279212" y="2789512"/>
              <a:ext cx="208909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 smtClean="0">
                  <a:latin typeface="Fedra Sans Cond Pro Light" panose="02000506080000020004" pitchFamily="50" charset="0"/>
                </a:rPr>
                <a:t>Текст </a:t>
              </a:r>
              <a:r>
                <a:rPr lang="ru-RU" sz="1050" dirty="0" err="1" smtClean="0">
                  <a:latin typeface="Fedra Sans Cond Pro Light" panose="02000506080000020004" pitchFamily="50" charset="0"/>
                </a:rPr>
                <a:t>текст</a:t>
              </a:r>
              <a:r>
                <a:rPr lang="ru-RU" sz="1050" dirty="0" smtClean="0">
                  <a:latin typeface="Fedra Sans Cond Pro Light" panose="02000506080000020004" pitchFamily="50" charset="0"/>
                </a:rPr>
                <a:t> </a:t>
              </a:r>
              <a:endParaRPr lang="ru-RU" sz="1050" dirty="0">
                <a:latin typeface="Fedra Sans Cond Pro Light" panose="02000506080000020004" pitchFamily="50" charset="0"/>
              </a:endParaRPr>
            </a:p>
          </p:txBody>
        </p:sp>
      </p:grpSp>
      <p:pic>
        <p:nvPicPr>
          <p:cNvPr id="136" name="Рисунок 135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" r="2646" b="-1"/>
          <a:stretch/>
        </p:blipFill>
        <p:spPr>
          <a:xfrm>
            <a:off x="8244519" y="4192066"/>
            <a:ext cx="1152000" cy="1152000"/>
          </a:xfrm>
          <a:prstGeom prst="ellipse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726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ФОТО. ВАРИАНТ 2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2555523" y="2172347"/>
            <a:ext cx="2831685" cy="264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2555524" y="1628801"/>
            <a:ext cx="254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 smtClean="0">
                <a:latin typeface="Fedra Sans Pro Bold" panose="020B0804040000020004" pitchFamily="34" charset="0"/>
              </a:rPr>
              <a:t>ФИО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308759" y="1954125"/>
            <a:ext cx="3873930" cy="91808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1308759" y="1594797"/>
            <a:ext cx="3873930" cy="35932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8061519" y="2172347"/>
            <a:ext cx="2831685" cy="264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061520" y="1628801"/>
            <a:ext cx="254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 smtClean="0">
                <a:latin typeface="Fedra Sans Pro Bold" panose="020B0804040000020004" pitchFamily="34" charset="0"/>
              </a:rPr>
              <a:t>ФИО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6814755" y="1954125"/>
            <a:ext cx="3873930" cy="91808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6814755" y="1594797"/>
            <a:ext cx="3873930" cy="35932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125319" y="1358639"/>
            <a:ext cx="1056508" cy="1260994"/>
          </a:xfrm>
          <a:prstGeom prst="rect">
            <a:avLst/>
          </a:prstGeom>
          <a:solidFill>
            <a:srgbClr val="858889"/>
          </a:solidFill>
          <a:ln w="19050">
            <a:solidFill>
              <a:srgbClr val="9460A4"/>
            </a:solidFill>
          </a:ln>
          <a:effectLst>
            <a:outerShdw blurRad="50800" dist="50800" dir="2700000" algn="tl" rotWithShape="0">
              <a:prstClr val="black">
                <a:alpha val="63000"/>
              </a:prstClr>
            </a:outerShdw>
          </a:effectLst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pic>
        <p:nvPicPr>
          <p:cNvPr id="47" name="Рисунок 46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3466" r="1943" b="4095"/>
          <a:stretch/>
        </p:blipFill>
        <p:spPr>
          <a:xfrm>
            <a:off x="1156526" y="1515962"/>
            <a:ext cx="982509" cy="937779"/>
          </a:xfrm>
          <a:prstGeom prst="ellipse">
            <a:avLst/>
          </a:prstGeom>
          <a:solidFill>
            <a:srgbClr val="858889"/>
          </a:solidFill>
          <a:ln>
            <a:noFill/>
          </a:ln>
        </p:spPr>
      </p:pic>
      <p:sp>
        <p:nvSpPr>
          <p:cNvPr id="53" name="Прямоугольник 52"/>
          <p:cNvSpPr/>
          <p:nvPr/>
        </p:nvSpPr>
        <p:spPr>
          <a:xfrm>
            <a:off x="6628171" y="1358639"/>
            <a:ext cx="1056508" cy="1260994"/>
          </a:xfrm>
          <a:prstGeom prst="rect">
            <a:avLst/>
          </a:prstGeom>
          <a:solidFill>
            <a:srgbClr val="858889"/>
          </a:solidFill>
          <a:ln w="19050">
            <a:solidFill>
              <a:srgbClr val="9460A4"/>
            </a:solidFill>
          </a:ln>
          <a:effectLst>
            <a:outerShdw blurRad="50800" dist="50800" dir="2700000" algn="tl" rotWithShape="0">
              <a:prstClr val="black">
                <a:alpha val="63000"/>
              </a:prstClr>
            </a:outerShdw>
          </a:effectLst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pic>
        <p:nvPicPr>
          <p:cNvPr id="54" name="Рисунок 53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3466" r="1943" b="4095"/>
          <a:stretch/>
        </p:blipFill>
        <p:spPr>
          <a:xfrm>
            <a:off x="6659378" y="1515962"/>
            <a:ext cx="982509" cy="937779"/>
          </a:xfrm>
          <a:prstGeom prst="ellipse">
            <a:avLst/>
          </a:prstGeom>
          <a:solidFill>
            <a:srgbClr val="858889"/>
          </a:solidFill>
          <a:ln>
            <a:noFill/>
          </a:ln>
        </p:spPr>
      </p:pic>
      <p:sp>
        <p:nvSpPr>
          <p:cNvPr id="57" name="Прямоугольник 56"/>
          <p:cNvSpPr/>
          <p:nvPr/>
        </p:nvSpPr>
        <p:spPr>
          <a:xfrm>
            <a:off x="2555523" y="4414603"/>
            <a:ext cx="2831685" cy="264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2555524" y="3871057"/>
            <a:ext cx="254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 smtClean="0">
                <a:latin typeface="Fedra Sans Pro Bold" panose="020B0804040000020004" pitchFamily="34" charset="0"/>
              </a:rPr>
              <a:t>ФИО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1308759" y="4196381"/>
            <a:ext cx="3873930" cy="91808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рямоугольник 59"/>
          <p:cNvSpPr/>
          <p:nvPr/>
        </p:nvSpPr>
        <p:spPr>
          <a:xfrm>
            <a:off x="1308759" y="3837053"/>
            <a:ext cx="3873930" cy="35932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/>
          <p:cNvSpPr/>
          <p:nvPr/>
        </p:nvSpPr>
        <p:spPr>
          <a:xfrm>
            <a:off x="8061519" y="4414603"/>
            <a:ext cx="2831685" cy="264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текст</a:t>
            </a:r>
            <a:endParaRPr lang="ru-RU" sz="1100" dirty="0">
              <a:latin typeface="Fedra Sans Pro" panose="020B0504040000020004" pitchFamily="34" charset="0"/>
            </a:endParaRPr>
          </a:p>
        </p:txBody>
      </p:sp>
      <p:sp>
        <p:nvSpPr>
          <p:cNvPr id="62" name="Прямоугольник 61"/>
          <p:cNvSpPr/>
          <p:nvPr/>
        </p:nvSpPr>
        <p:spPr>
          <a:xfrm>
            <a:off x="8061520" y="3871057"/>
            <a:ext cx="25450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 smtClean="0">
                <a:latin typeface="Fedra Sans Pro Bold" panose="020B0804040000020004" pitchFamily="34" charset="0"/>
              </a:rPr>
              <a:t>ФИО</a:t>
            </a:r>
            <a:endParaRPr lang="ru-RU" sz="1400" dirty="0">
              <a:latin typeface="Fedra Sans Pro" panose="020B0504040000020004" pitchFamily="34" charset="0"/>
            </a:endParaRPr>
          </a:p>
        </p:txBody>
      </p:sp>
      <p:sp>
        <p:nvSpPr>
          <p:cNvPr id="63" name="Прямоугольник 62"/>
          <p:cNvSpPr/>
          <p:nvPr/>
        </p:nvSpPr>
        <p:spPr>
          <a:xfrm>
            <a:off x="6814755" y="4196381"/>
            <a:ext cx="3873930" cy="918081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6814755" y="3837053"/>
            <a:ext cx="3873930" cy="35932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1125319" y="3600895"/>
            <a:ext cx="1056508" cy="1260994"/>
          </a:xfrm>
          <a:prstGeom prst="rect">
            <a:avLst/>
          </a:prstGeom>
          <a:solidFill>
            <a:srgbClr val="858889"/>
          </a:solidFill>
          <a:ln w="19050">
            <a:solidFill>
              <a:srgbClr val="9460A4"/>
            </a:solidFill>
          </a:ln>
          <a:effectLst>
            <a:outerShdw blurRad="50800" dist="50800" dir="2700000" algn="tl" rotWithShape="0">
              <a:prstClr val="black">
                <a:alpha val="63000"/>
              </a:prstClr>
            </a:outerShdw>
          </a:effectLst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pic>
        <p:nvPicPr>
          <p:cNvPr id="66" name="Рисунок 65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3466" r="1943" b="4095"/>
          <a:stretch/>
        </p:blipFill>
        <p:spPr>
          <a:xfrm>
            <a:off x="1156526" y="3758218"/>
            <a:ext cx="982509" cy="937779"/>
          </a:xfrm>
          <a:prstGeom prst="ellipse">
            <a:avLst/>
          </a:prstGeom>
          <a:solidFill>
            <a:srgbClr val="858889"/>
          </a:solidFill>
          <a:ln>
            <a:noFill/>
          </a:ln>
        </p:spPr>
      </p:pic>
      <p:sp>
        <p:nvSpPr>
          <p:cNvPr id="67" name="Прямоугольник 66"/>
          <p:cNvSpPr/>
          <p:nvPr/>
        </p:nvSpPr>
        <p:spPr>
          <a:xfrm>
            <a:off x="6628171" y="3600895"/>
            <a:ext cx="1056508" cy="1260994"/>
          </a:xfrm>
          <a:prstGeom prst="rect">
            <a:avLst/>
          </a:prstGeom>
          <a:solidFill>
            <a:srgbClr val="858889"/>
          </a:solidFill>
          <a:ln w="19050">
            <a:solidFill>
              <a:srgbClr val="9460A4"/>
            </a:solidFill>
          </a:ln>
          <a:effectLst>
            <a:outerShdw blurRad="50800" dist="50800" dir="2700000" algn="tl" rotWithShape="0">
              <a:prstClr val="black">
                <a:alpha val="63000"/>
              </a:prstClr>
            </a:outerShdw>
          </a:effectLst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pic>
        <p:nvPicPr>
          <p:cNvPr id="68" name="Рисунок 67"/>
          <p:cNvPicPr>
            <a:picLocks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3466" r="1943" b="4095"/>
          <a:stretch/>
        </p:blipFill>
        <p:spPr>
          <a:xfrm>
            <a:off x="6659378" y="3758218"/>
            <a:ext cx="982509" cy="937779"/>
          </a:xfrm>
          <a:prstGeom prst="ellipse">
            <a:avLst/>
          </a:prstGeom>
          <a:solidFill>
            <a:srgbClr val="858889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818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ФОТО. ВАРИАНТ 3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10</a:t>
            </a:fld>
            <a:endParaRPr lang="ru-RU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510503" y="1175071"/>
            <a:ext cx="1637274" cy="1884813"/>
            <a:chOff x="510503" y="1175071"/>
            <a:chExt cx="1637274" cy="1884813"/>
          </a:xfrm>
        </p:grpSpPr>
        <p:grpSp>
          <p:nvGrpSpPr>
            <p:cNvPr id="8" name="Группа 7"/>
            <p:cNvGrpSpPr/>
            <p:nvPr/>
          </p:nvGrpSpPr>
          <p:grpSpPr>
            <a:xfrm>
              <a:off x="510503" y="2448592"/>
              <a:ext cx="1637274" cy="611292"/>
              <a:chOff x="510503" y="2363530"/>
              <a:chExt cx="1637274" cy="611292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510504" y="2743990"/>
                <a:ext cx="14184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900" dirty="0" smtClean="0">
                    <a:latin typeface="Fedra Sans Cond Pro Light" panose="02000506080000020004" pitchFamily="50" charset="0"/>
                  </a:rPr>
                  <a:t>текст</a:t>
                </a:r>
                <a:endParaRPr lang="ru-RU" sz="9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10503" y="2363530"/>
                <a:ext cx="163727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ИМЯ</a:t>
                </a:r>
              </a:p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ФАМИЛИЯ</a:t>
                </a:r>
                <a:endParaRPr lang="ru-RU" sz="1000" dirty="0">
                  <a:latin typeface="Fedra Sans Pro Bold" panose="020B0804040000020004" pitchFamily="34" charset="0"/>
                </a:endParaRPr>
              </a:p>
            </p:txBody>
          </p:sp>
        </p:grpSp>
        <p:pic>
          <p:nvPicPr>
            <p:cNvPr id="7" name="Рисунок 6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576264" y="1175071"/>
              <a:ext cx="1152000" cy="1152000"/>
            </a:xfrm>
            <a:prstGeom prst="ellipse">
              <a:avLst/>
            </a:prstGeom>
          </p:spPr>
        </p:pic>
      </p:grpSp>
      <p:grpSp>
        <p:nvGrpSpPr>
          <p:cNvPr id="12" name="Группа 11"/>
          <p:cNvGrpSpPr/>
          <p:nvPr/>
        </p:nvGrpSpPr>
        <p:grpSpPr>
          <a:xfrm>
            <a:off x="2793433" y="1175071"/>
            <a:ext cx="1637274" cy="1884813"/>
            <a:chOff x="2846886" y="1175071"/>
            <a:chExt cx="1637274" cy="1884813"/>
          </a:xfrm>
        </p:grpSpPr>
        <p:pic>
          <p:nvPicPr>
            <p:cNvPr id="127" name="Рисунок 126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2846886" y="1175071"/>
              <a:ext cx="1152000" cy="1152000"/>
            </a:xfrm>
            <a:prstGeom prst="ellipse">
              <a:avLst/>
            </a:prstGeom>
          </p:spPr>
        </p:pic>
        <p:grpSp>
          <p:nvGrpSpPr>
            <p:cNvPr id="38" name="Группа 37"/>
            <p:cNvGrpSpPr/>
            <p:nvPr/>
          </p:nvGrpSpPr>
          <p:grpSpPr>
            <a:xfrm>
              <a:off x="2846886" y="2448592"/>
              <a:ext cx="1637274" cy="611292"/>
              <a:chOff x="510503" y="2363530"/>
              <a:chExt cx="1637274" cy="611292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510504" y="2743990"/>
                <a:ext cx="14184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900" dirty="0" smtClean="0">
                    <a:latin typeface="Fedra Sans Cond Pro Light" panose="02000506080000020004" pitchFamily="50" charset="0"/>
                  </a:rPr>
                  <a:t>текст</a:t>
                </a:r>
                <a:endParaRPr lang="ru-RU" sz="9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10503" y="2363530"/>
                <a:ext cx="163727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ИМЯ</a:t>
                </a:r>
              </a:p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ФАМИЛИЯ</a:t>
                </a:r>
                <a:endParaRPr lang="ru-RU" sz="1000" dirty="0">
                  <a:latin typeface="Fedra Sans Pro Bold" panose="020B0804040000020004" pitchFamily="34" charset="0"/>
                </a:endParaRPr>
              </a:p>
            </p:txBody>
          </p:sp>
        </p:grpSp>
      </p:grpSp>
      <p:grpSp>
        <p:nvGrpSpPr>
          <p:cNvPr id="11" name="Группа 10"/>
          <p:cNvGrpSpPr/>
          <p:nvPr/>
        </p:nvGrpSpPr>
        <p:grpSpPr>
          <a:xfrm>
            <a:off x="5086996" y="1175071"/>
            <a:ext cx="1703035" cy="1884813"/>
            <a:chOff x="5117508" y="1175071"/>
            <a:chExt cx="1703035" cy="1884813"/>
          </a:xfrm>
        </p:grpSpPr>
        <p:pic>
          <p:nvPicPr>
            <p:cNvPr id="137" name="Рисунок 136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5117508" y="1175071"/>
              <a:ext cx="1152000" cy="1152000"/>
            </a:xfrm>
            <a:prstGeom prst="ellipse">
              <a:avLst/>
            </a:prstGeom>
          </p:spPr>
        </p:pic>
        <p:grpSp>
          <p:nvGrpSpPr>
            <p:cNvPr id="43" name="Группа 42"/>
            <p:cNvGrpSpPr/>
            <p:nvPr/>
          </p:nvGrpSpPr>
          <p:grpSpPr>
            <a:xfrm>
              <a:off x="5183269" y="2448592"/>
              <a:ext cx="1637274" cy="611292"/>
              <a:chOff x="510503" y="2363530"/>
              <a:chExt cx="1637274" cy="611292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510504" y="2743990"/>
                <a:ext cx="14184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900" dirty="0" smtClean="0">
                    <a:latin typeface="Fedra Sans Cond Pro Light" panose="02000506080000020004" pitchFamily="50" charset="0"/>
                  </a:rPr>
                  <a:t>текст</a:t>
                </a:r>
                <a:endParaRPr lang="ru-RU" sz="9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10503" y="2363530"/>
                <a:ext cx="163727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ИМЯ</a:t>
                </a:r>
              </a:p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ФАМИЛИЯ</a:t>
                </a:r>
                <a:endParaRPr lang="ru-RU" sz="1000" dirty="0">
                  <a:latin typeface="Fedra Sans Pro Bold" panose="020B0804040000020004" pitchFamily="34" charset="0"/>
                </a:endParaRPr>
              </a:p>
            </p:txBody>
          </p:sp>
        </p:grpSp>
      </p:grpSp>
      <p:grpSp>
        <p:nvGrpSpPr>
          <p:cNvPr id="10" name="Группа 9"/>
          <p:cNvGrpSpPr/>
          <p:nvPr/>
        </p:nvGrpSpPr>
        <p:grpSpPr>
          <a:xfrm>
            <a:off x="7520751" y="1175071"/>
            <a:ext cx="1768796" cy="1884813"/>
            <a:chOff x="7388130" y="1175071"/>
            <a:chExt cx="1768796" cy="1884813"/>
          </a:xfrm>
        </p:grpSpPr>
        <p:pic>
          <p:nvPicPr>
            <p:cNvPr id="142" name="Рисунок 141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7388130" y="1175071"/>
              <a:ext cx="1152000" cy="1152000"/>
            </a:xfrm>
            <a:prstGeom prst="ellipse">
              <a:avLst/>
            </a:prstGeom>
          </p:spPr>
        </p:pic>
        <p:grpSp>
          <p:nvGrpSpPr>
            <p:cNvPr id="49" name="Группа 48"/>
            <p:cNvGrpSpPr/>
            <p:nvPr/>
          </p:nvGrpSpPr>
          <p:grpSpPr>
            <a:xfrm>
              <a:off x="7519652" y="2448592"/>
              <a:ext cx="1637274" cy="611292"/>
              <a:chOff x="510503" y="2363530"/>
              <a:chExt cx="1637274" cy="611292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510504" y="2743990"/>
                <a:ext cx="14184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900" dirty="0" smtClean="0">
                    <a:latin typeface="Fedra Sans Cond Pro Light" panose="02000506080000020004" pitchFamily="50" charset="0"/>
                  </a:rPr>
                  <a:t>текст</a:t>
                </a:r>
                <a:endParaRPr lang="ru-RU" sz="9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510503" y="2363530"/>
                <a:ext cx="163727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ИМЯ</a:t>
                </a:r>
              </a:p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ФАМИЛИЯ</a:t>
                </a:r>
                <a:endParaRPr lang="ru-RU" sz="1000" dirty="0">
                  <a:latin typeface="Fedra Sans Pro Bold" panose="020B0804040000020004" pitchFamily="34" charset="0"/>
                </a:endParaRPr>
              </a:p>
            </p:txBody>
          </p:sp>
        </p:grpSp>
      </p:grpSp>
      <p:grpSp>
        <p:nvGrpSpPr>
          <p:cNvPr id="9" name="Группа 8"/>
          <p:cNvGrpSpPr/>
          <p:nvPr/>
        </p:nvGrpSpPr>
        <p:grpSpPr>
          <a:xfrm>
            <a:off x="9967101" y="1175071"/>
            <a:ext cx="1738860" cy="1884813"/>
            <a:chOff x="9967101" y="1175071"/>
            <a:chExt cx="1738860" cy="1884813"/>
          </a:xfrm>
        </p:grpSpPr>
        <p:pic>
          <p:nvPicPr>
            <p:cNvPr id="132" name="Рисунок 131"/>
            <p:cNvPicPr>
              <a:picLocks/>
            </p:cNvPicPr>
            <p:nvPr/>
          </p:nvPicPr>
          <p:blipFill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" r="2646" b="-1"/>
            <a:stretch/>
          </p:blipFill>
          <p:spPr>
            <a:xfrm>
              <a:off x="9967101" y="1175071"/>
              <a:ext cx="1152000" cy="1152000"/>
            </a:xfrm>
            <a:prstGeom prst="ellipse">
              <a:avLst/>
            </a:prstGeom>
          </p:spPr>
        </p:pic>
        <p:grpSp>
          <p:nvGrpSpPr>
            <p:cNvPr id="52" name="Группа 51"/>
            <p:cNvGrpSpPr/>
            <p:nvPr/>
          </p:nvGrpSpPr>
          <p:grpSpPr>
            <a:xfrm>
              <a:off x="10068687" y="2448592"/>
              <a:ext cx="1637274" cy="611292"/>
              <a:chOff x="510503" y="2363530"/>
              <a:chExt cx="1637274" cy="611292"/>
            </a:xfrm>
          </p:grpSpPr>
          <p:sp>
            <p:nvSpPr>
              <p:cNvPr id="53" name="TextBox 52"/>
              <p:cNvSpPr txBox="1"/>
              <p:nvPr/>
            </p:nvSpPr>
            <p:spPr>
              <a:xfrm>
                <a:off x="510504" y="2743990"/>
                <a:ext cx="141842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ru-RU" sz="900" dirty="0" smtClean="0">
                    <a:latin typeface="Fedra Sans Cond Pro Light" panose="02000506080000020004" pitchFamily="50" charset="0"/>
                  </a:rPr>
                  <a:t>текст</a:t>
                </a:r>
                <a:endParaRPr lang="ru-RU" sz="900" dirty="0">
                  <a:latin typeface="Fedra Sans Cond Pro Light" panose="02000506080000020004" pitchFamily="50" charset="0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10503" y="2363530"/>
                <a:ext cx="163727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ИМЯ</a:t>
                </a:r>
              </a:p>
              <a:p>
                <a:pPr marR="5080">
                  <a:spcAft>
                    <a:spcPts val="300"/>
                  </a:spcAft>
                </a:pPr>
                <a:r>
                  <a:rPr lang="ru-RU" sz="1000" dirty="0" smtClean="0">
                    <a:latin typeface="Fedra Sans Pro Bold" panose="020B0804040000020004" pitchFamily="34" charset="0"/>
                  </a:rPr>
                  <a:t>ФАМИЛИЯ</a:t>
                </a:r>
                <a:endParaRPr lang="ru-RU" sz="1000" dirty="0">
                  <a:latin typeface="Fedra Sans Pro Bold" panose="020B0804040000020004" pitchFamily="34" charset="0"/>
                </a:endParaRPr>
              </a:p>
            </p:txBody>
          </p:sp>
        </p:grpSp>
      </p:grpSp>
      <p:sp>
        <p:nvSpPr>
          <p:cNvPr id="55" name="Прямоугольник 54"/>
          <p:cNvSpPr>
            <a:spLocks/>
          </p:cNvSpPr>
          <p:nvPr/>
        </p:nvSpPr>
        <p:spPr>
          <a:xfrm>
            <a:off x="581960" y="3851965"/>
            <a:ext cx="10938527" cy="1909074"/>
          </a:xfrm>
          <a:prstGeom prst="rect">
            <a:avLst/>
          </a:prstGeom>
          <a:noFill/>
          <a:ln w="19050">
            <a:solidFill>
              <a:srgbClr val="9F70AD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56" name="object 5"/>
          <p:cNvSpPr txBox="1"/>
          <p:nvPr/>
        </p:nvSpPr>
        <p:spPr>
          <a:xfrm>
            <a:off x="3757196" y="4854820"/>
            <a:ext cx="160759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ru-RU" sz="1000" dirty="0" smtClean="0">
                <a:latin typeface="Fedra Sans Pro" panose="020B0504040000020004" pitchFamily="34" charset="0"/>
              </a:rPr>
              <a:t>показатель</a:t>
            </a:r>
            <a:endParaRPr sz="1000" dirty="0">
              <a:latin typeface="Fedra Sans Pro" panose="020B0504040000020004" pitchFamily="34" charset="0"/>
            </a:endParaRPr>
          </a:p>
        </p:txBody>
      </p:sp>
      <p:sp>
        <p:nvSpPr>
          <p:cNvPr id="57" name="object 20"/>
          <p:cNvSpPr txBox="1"/>
          <p:nvPr/>
        </p:nvSpPr>
        <p:spPr>
          <a:xfrm>
            <a:off x="6621273" y="4210409"/>
            <a:ext cx="19418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ru-RU" sz="3200" dirty="0" smtClean="0">
                <a:solidFill>
                  <a:srgbClr val="9460A4"/>
                </a:solidFill>
                <a:latin typeface="Fedra Sans Pro Bold" panose="020B0804040000020004" pitchFamily="34" charset="0"/>
              </a:rPr>
              <a:t>85</a:t>
            </a:r>
            <a:endParaRPr sz="3200" dirty="0">
              <a:solidFill>
                <a:srgbClr val="9460A4"/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58" name="object 20"/>
          <p:cNvSpPr txBox="1"/>
          <p:nvPr/>
        </p:nvSpPr>
        <p:spPr>
          <a:xfrm>
            <a:off x="3757196" y="4210409"/>
            <a:ext cx="19418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ru-RU" sz="3200" dirty="0" smtClean="0">
                <a:solidFill>
                  <a:srgbClr val="9460A4"/>
                </a:solidFill>
                <a:latin typeface="Fedra Sans Pro Bold" panose="020B0804040000020004" pitchFamily="34" charset="0"/>
              </a:rPr>
              <a:t>1 450</a:t>
            </a:r>
            <a:endParaRPr sz="3200" dirty="0">
              <a:solidFill>
                <a:srgbClr val="9460A4"/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59" name="object 20"/>
          <p:cNvSpPr txBox="1"/>
          <p:nvPr/>
        </p:nvSpPr>
        <p:spPr>
          <a:xfrm>
            <a:off x="944436" y="4210409"/>
            <a:ext cx="19418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ru-RU" sz="3200" dirty="0" smtClean="0">
                <a:solidFill>
                  <a:srgbClr val="9460A4"/>
                </a:solidFill>
                <a:latin typeface="Fedra Sans Pro Bold" panose="020B0804040000020004" pitchFamily="34" charset="0"/>
              </a:rPr>
              <a:t>1 500</a:t>
            </a:r>
            <a:endParaRPr sz="3200" dirty="0">
              <a:solidFill>
                <a:srgbClr val="9460A4"/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60" name="object 20"/>
          <p:cNvSpPr txBox="1"/>
          <p:nvPr/>
        </p:nvSpPr>
        <p:spPr>
          <a:xfrm>
            <a:off x="9318918" y="4210409"/>
            <a:ext cx="19418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spcBef>
                <a:spcPts val="110"/>
              </a:spcBef>
            </a:pPr>
            <a:r>
              <a:rPr lang="ru-RU" sz="3200" dirty="0" smtClean="0">
                <a:solidFill>
                  <a:srgbClr val="9460A4"/>
                </a:solidFill>
                <a:latin typeface="Fedra Sans Pro Bold" panose="020B0804040000020004" pitchFamily="34" charset="0"/>
              </a:rPr>
              <a:t>128</a:t>
            </a:r>
            <a:endParaRPr sz="3200" dirty="0">
              <a:solidFill>
                <a:srgbClr val="9460A4"/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61" name="object 5"/>
          <p:cNvSpPr txBox="1"/>
          <p:nvPr/>
        </p:nvSpPr>
        <p:spPr>
          <a:xfrm>
            <a:off x="944436" y="4854820"/>
            <a:ext cx="160759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ru-RU" sz="1000" dirty="0" smtClean="0">
                <a:latin typeface="Fedra Sans Pro" panose="020B0504040000020004" pitchFamily="34" charset="0"/>
              </a:rPr>
              <a:t>показатель</a:t>
            </a:r>
            <a:endParaRPr sz="1000" dirty="0">
              <a:latin typeface="Fedra Sans Pro" panose="020B0504040000020004" pitchFamily="34" charset="0"/>
            </a:endParaRPr>
          </a:p>
        </p:txBody>
      </p:sp>
      <p:sp>
        <p:nvSpPr>
          <p:cNvPr id="62" name="object 5"/>
          <p:cNvSpPr txBox="1"/>
          <p:nvPr/>
        </p:nvSpPr>
        <p:spPr>
          <a:xfrm>
            <a:off x="6621273" y="4854820"/>
            <a:ext cx="160759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ru-RU" sz="1000" dirty="0" smtClean="0">
                <a:latin typeface="Fedra Sans Pro" panose="020B0504040000020004" pitchFamily="34" charset="0"/>
              </a:rPr>
              <a:t>показатель</a:t>
            </a:r>
            <a:endParaRPr sz="1000" dirty="0">
              <a:latin typeface="Fedra Sans Pro" panose="020B0504040000020004" pitchFamily="34" charset="0"/>
            </a:endParaRPr>
          </a:p>
        </p:txBody>
      </p:sp>
      <p:sp>
        <p:nvSpPr>
          <p:cNvPr id="63" name="object 5"/>
          <p:cNvSpPr txBox="1"/>
          <p:nvPr/>
        </p:nvSpPr>
        <p:spPr>
          <a:xfrm>
            <a:off x="9318918" y="4854820"/>
            <a:ext cx="160759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ru-RU" sz="1000" dirty="0" smtClean="0">
                <a:latin typeface="Fedra Sans Pro" panose="020B0504040000020004" pitchFamily="34" charset="0"/>
              </a:rPr>
              <a:t>показатель</a:t>
            </a:r>
            <a:endParaRPr sz="1000" dirty="0">
              <a:latin typeface="Fedra Sans Pro" panose="020B050404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5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ФОТО. ВАРИАНТ </a:t>
            </a:r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157" y="1194388"/>
            <a:ext cx="3235576" cy="216000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90" t="18582" r="20413" b="6746"/>
          <a:stretch/>
        </p:blipFill>
        <p:spPr>
          <a:xfrm>
            <a:off x="8966397" y="3429696"/>
            <a:ext cx="3214491" cy="216000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479" b="8152"/>
          <a:stretch/>
        </p:blipFill>
        <p:spPr>
          <a:xfrm>
            <a:off x="-114300" y="3429696"/>
            <a:ext cx="3318177" cy="21600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98" y="1194388"/>
            <a:ext cx="3235575" cy="216000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1"/>
          <a:stretch/>
        </p:blipFill>
        <p:spPr>
          <a:xfrm>
            <a:off x="3284336" y="3429696"/>
            <a:ext cx="3356264" cy="2163458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3299241" y="1194388"/>
            <a:ext cx="2266252" cy="2160000"/>
          </a:xfrm>
          <a:prstGeom prst="rect">
            <a:avLst/>
          </a:prstGeom>
          <a:solidFill>
            <a:srgbClr val="006DF2"/>
          </a:solidFill>
          <a:ln w="6350" cmpd="sng"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6721059" y="3429696"/>
            <a:ext cx="2164880" cy="2160000"/>
          </a:xfrm>
          <a:prstGeom prst="rect">
            <a:avLst/>
          </a:prstGeom>
          <a:solidFill>
            <a:srgbClr val="9F70AD"/>
          </a:solidFill>
          <a:ln w="6350" cmpd="sng"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6801161" y="4104457"/>
            <a:ext cx="2195053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ru-RU" sz="1050" dirty="0" smtClean="0">
                <a:solidFill>
                  <a:schemeClr val="bg1"/>
                </a:solidFill>
                <a:latin typeface="Fedra Sans Pro Bold" panose="020B0804040000020004" pitchFamily="34" charset="0"/>
                <a:ea typeface="Century Gothic"/>
                <a:cs typeface="Century Gothic"/>
              </a:rPr>
              <a:t>XXX ВСЕРОССИЙСКИЙ ФЕСТИВАЛЬ «СТУДЕНЧЕСКАЯ ВЕСНА» Г.САМАРА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5869" y="1871495"/>
            <a:ext cx="2012995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GB" sz="1100" dirty="0" smtClean="0">
                <a:solidFill>
                  <a:schemeClr val="bg1"/>
                </a:solidFill>
                <a:latin typeface="Fedra Sans Pro Bold" panose="020B0804040000020004" pitchFamily="34" charset="0"/>
                <a:ea typeface="Century Gothic"/>
                <a:cs typeface="Century Gothic"/>
              </a:rPr>
              <a:t>XXVII</a:t>
            </a:r>
            <a:r>
              <a:rPr lang="en-US" sz="1100" dirty="0" smtClean="0">
                <a:solidFill>
                  <a:schemeClr val="bg1"/>
                </a:solidFill>
                <a:latin typeface="Fedra Sans Pro Bold" panose="020B0804040000020004" pitchFamily="34" charset="0"/>
                <a:ea typeface="Century Gothic"/>
                <a:cs typeface="Century Gothic"/>
              </a:rPr>
              <a:t> </a:t>
            </a:r>
            <a:r>
              <a:rPr lang="ru-RU" sz="1100" dirty="0" smtClean="0">
                <a:solidFill>
                  <a:schemeClr val="bg1"/>
                </a:solidFill>
                <a:latin typeface="Fedra Sans Pro Bold" panose="020B0804040000020004" pitchFamily="34" charset="0"/>
                <a:ea typeface="Century Gothic"/>
                <a:cs typeface="Century Gothic"/>
              </a:rPr>
              <a:t>ОБЛАСТНОЙ ФЕСТИВАЛЬ «СТУДЕНЧЕСКАЯ ВЕСНА» 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 rotWithShape="1">
          <a:blip r:embed="rId10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"/>
          <a:stretch/>
        </p:blipFill>
        <p:spPr>
          <a:xfrm>
            <a:off x="8966396" y="1194388"/>
            <a:ext cx="3214491" cy="215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0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313DC157-2E59-49DD-9B1F-AAE43A92BDEA}"/>
              </a:ext>
            </a:extLst>
          </p:cNvPr>
          <p:cNvSpPr txBox="1"/>
          <p:nvPr/>
        </p:nvSpPr>
        <p:spPr>
          <a:xfrm>
            <a:off x="6629840" y="1573685"/>
            <a:ext cx="4167342" cy="4649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 defTabSz="914354">
              <a:lnSpc>
                <a:spcPts val="1400"/>
              </a:lnSpc>
            </a:pPr>
            <a:r>
              <a:rPr lang="ru-RU" sz="1600" dirty="0" smtClean="0">
                <a:solidFill>
                  <a:schemeClr val="tx1"/>
                </a:solidFill>
                <a:latin typeface="Fedra Sans Pro Bold" panose="020B0804040000020004" pitchFamily="34" charset="0"/>
                <a:ea typeface="Fedra Sans Condensed Pro Book" charset="0"/>
                <a:cs typeface="Fedra Sans Condensed Pro Book" charset="0"/>
              </a:rPr>
              <a:t>ТЕКСТ </a:t>
            </a:r>
          </a:p>
          <a:p>
            <a:pPr algn="l" defTabSz="914354">
              <a:lnSpc>
                <a:spcPts val="1400"/>
              </a:lnSpc>
            </a:pPr>
            <a:r>
              <a:rPr lang="ru-RU" sz="1600" dirty="0" smtClean="0">
                <a:solidFill>
                  <a:schemeClr val="tx1"/>
                </a:solidFill>
                <a:latin typeface="Fedra Sans Pro Bold" panose="020B0804040000020004" pitchFamily="34" charset="0"/>
                <a:ea typeface="Fedra Sans Condensed Pro Book" charset="0"/>
                <a:cs typeface="Fedra Sans Condensed Pro Book" charset="0"/>
              </a:rPr>
              <a:t>2022-2023</a:t>
            </a:r>
            <a:endParaRPr lang="ru-RU" sz="1600" dirty="0">
              <a:solidFill>
                <a:schemeClr val="tx1"/>
              </a:solidFill>
              <a:latin typeface="Fedra Sans Pro Bold" panose="020B0804040000020004" pitchFamily="34" charset="0"/>
              <a:ea typeface="Fedra Sans Condensed Pro Book" charset="0"/>
              <a:cs typeface="Fedra Sans Condensed Pro Book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5ABE4EEC-4BA5-4844-8280-4BCB3E2615E7}"/>
              </a:ext>
            </a:extLst>
          </p:cNvPr>
          <p:cNvSpPr txBox="1"/>
          <p:nvPr/>
        </p:nvSpPr>
        <p:spPr>
          <a:xfrm>
            <a:off x="6629840" y="2220831"/>
            <a:ext cx="4167342" cy="5924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«It-класс» сетевой проект совместно с ОЭЗ «</a:t>
            </a:r>
            <a:r>
              <a:rPr lang="ru-RU" sz="1100" dirty="0" err="1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Иннополис</a:t>
            </a:r>
            <a:r>
              <a:rPr lang="ru-RU" sz="1100" dirty="0" smtClean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»,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 </a:t>
            </a:r>
            <a:r>
              <a:rPr lang="ru-RU" sz="1100" dirty="0" smtClean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«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Транснефть-класс», «НОВАТЭК-класс», «</a:t>
            </a:r>
            <a:r>
              <a:rPr lang="ru-RU" sz="1100" dirty="0" err="1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Мостострой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-класс»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3C79F995-03BF-4807-86D0-D991ABA3103E}"/>
              </a:ext>
            </a:extLst>
          </p:cNvPr>
          <p:cNvSpPr txBox="1"/>
          <p:nvPr/>
        </p:nvSpPr>
        <p:spPr>
          <a:xfrm>
            <a:off x="6629840" y="2872375"/>
            <a:ext cx="4412630" cy="5924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 Открытые </a:t>
            </a:r>
            <a:r>
              <a:rPr lang="en-US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online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-уроки с </a:t>
            </a:r>
            <a:r>
              <a:rPr lang="ru-RU" sz="1100" dirty="0" smtClean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кафедрами</a:t>
            </a:r>
            <a:endParaRPr lang="ru-RU" sz="1100" dirty="0">
              <a:solidFill>
                <a:schemeClr val="tx1"/>
              </a:solidFill>
              <a:latin typeface="Fedra Sans Pro" panose="020B0504040000020004" pitchFamily="34" charset="0"/>
              <a:ea typeface="Fedra Sans Condensed Pro Book" charset="0"/>
              <a:cs typeface="Fedra Sans Condensed Pro Book" charset="0"/>
            </a:endParaRPr>
          </a:p>
          <a:p>
            <a:pPr marL="85725" indent="-85725"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 Подготовка в рамках проектов Индустриальные и профильные классы, </a:t>
            </a:r>
            <a:r>
              <a:rPr lang="ru-RU" sz="1100" dirty="0" smtClean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Школа 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абитуриента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0448A423-823E-4755-490D-0F38678DA19A}"/>
              </a:ext>
            </a:extLst>
          </p:cNvPr>
          <p:cNvSpPr txBox="1"/>
          <p:nvPr/>
        </p:nvSpPr>
        <p:spPr>
          <a:xfrm>
            <a:off x="6629840" y="4208773"/>
            <a:ext cx="3895903" cy="59247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 Проведение олимпиад и конкурсов</a:t>
            </a:r>
          </a:p>
          <a:p>
            <a:pPr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 Игровые </a:t>
            </a:r>
            <a:r>
              <a:rPr lang="en-US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online</a:t>
            </a: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-симуляторы</a:t>
            </a:r>
          </a:p>
          <a:p>
            <a:pPr algn="l">
              <a:lnSpc>
                <a:spcPts val="1300"/>
              </a:lnSpc>
            </a:pPr>
            <a:r>
              <a:rPr lang="ru-RU" sz="1100" dirty="0">
                <a:solidFill>
                  <a:schemeClr val="tx1"/>
                </a:solidFill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</a:rPr>
              <a:t>- Образовательные выставки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D0BE6673-6DC5-4AC9-B4A7-72B09E3CA9AE}"/>
              </a:ext>
            </a:extLst>
          </p:cNvPr>
          <p:cNvSpPr/>
          <p:nvPr/>
        </p:nvSpPr>
        <p:spPr>
          <a:xfrm>
            <a:off x="6629840" y="3540574"/>
            <a:ext cx="3548864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ru-RU" sz="1100" dirty="0"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  <a:sym typeface="Arial Narrow"/>
              </a:rPr>
              <a:t>- Кемеровская область – 10</a:t>
            </a:r>
          </a:p>
          <a:p>
            <a:pPr>
              <a:lnSpc>
                <a:spcPts val="1300"/>
              </a:lnSpc>
            </a:pPr>
            <a:r>
              <a:rPr lang="ru-RU" sz="1100" dirty="0"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  <a:sym typeface="Arial Narrow"/>
              </a:rPr>
              <a:t>- Новосибирская область – 5</a:t>
            </a:r>
          </a:p>
          <a:p>
            <a:pPr>
              <a:lnSpc>
                <a:spcPts val="1300"/>
              </a:lnSpc>
            </a:pPr>
            <a:r>
              <a:rPr lang="ru-RU" sz="1100" dirty="0">
                <a:latin typeface="Fedra Sans Pro" panose="020B0504040000020004" pitchFamily="34" charset="0"/>
                <a:ea typeface="Fedra Sans Condensed Pro Book" charset="0"/>
                <a:cs typeface="Fedra Sans Condensed Pro Book" charset="0"/>
                <a:sym typeface="Arial Narrow"/>
              </a:rPr>
              <a:t>- Омская область – 17</a:t>
            </a:r>
          </a:p>
        </p:txBody>
      </p:sp>
      <p:sp>
        <p:nvSpPr>
          <p:cNvPr id="47" name="Прямоугольник 46"/>
          <p:cNvSpPr>
            <a:spLocks/>
          </p:cNvSpPr>
          <p:nvPr/>
        </p:nvSpPr>
        <p:spPr>
          <a:xfrm>
            <a:off x="6548506" y="1426405"/>
            <a:ext cx="4353808" cy="3564000"/>
          </a:xfrm>
          <a:prstGeom prst="rect">
            <a:avLst/>
          </a:prstGeom>
          <a:ln w="19050">
            <a:noFill/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1133615" y="1614859"/>
            <a:ext cx="4319232" cy="43200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1419400" y="1751615"/>
            <a:ext cx="20441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defRPr/>
            </a:pPr>
            <a:r>
              <a:rPr lang="ru-RU" sz="1600" dirty="0" smtClean="0">
                <a:latin typeface="Fedra Sans Pro Bold" panose="020B0804040000020004" pitchFamily="34" charset="0"/>
              </a:rPr>
              <a:t>ПОДЗАГОЛОВОК</a:t>
            </a:r>
            <a:endParaRPr lang="ru-RU" sz="1600" dirty="0">
              <a:latin typeface="Fedra Sans Pro Bold" panose="020B0804040000020004" pitchFamily="34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1133615" y="1614859"/>
            <a:ext cx="4319232" cy="356400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/>
          <p:cNvSpPr/>
          <p:nvPr/>
        </p:nvSpPr>
        <p:spPr>
          <a:xfrm>
            <a:off x="2700773" y="4263475"/>
            <a:ext cx="262426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Запуск Лицея Академии Яндекс на базе Школы инженерного резерва                  и Общеобразовательного лицея</a:t>
            </a:r>
          </a:p>
        </p:txBody>
      </p:sp>
      <p:pic>
        <p:nvPicPr>
          <p:cNvPr id="53" name="Picture 2" descr="https://sun9-82.userapi.com/impf/c854424/v854424471/22dc0c/NkJKnD3zA_Q.jpg?size=1590x400&amp;quality=95&amp;crop=0,0,1590,400&amp;sign=098dbb9770d83c8738cd43aaf1f39305&amp;type=cover_group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8" r="26635"/>
          <a:stretch/>
        </p:blipFill>
        <p:spPr bwMode="auto">
          <a:xfrm>
            <a:off x="1475661" y="4287810"/>
            <a:ext cx="1044000" cy="57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xmlns="" id="{5387D52B-55AD-4430-A1D5-5F9DCBC2686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0548" y="2076609"/>
            <a:ext cx="1429478" cy="983125"/>
          </a:xfrm>
          <a:prstGeom prst="rect">
            <a:avLst/>
          </a:prstGeom>
          <a:noFill/>
        </p:spPr>
      </p:pic>
      <p:sp>
        <p:nvSpPr>
          <p:cNvPr id="55" name="Прямоугольник 54"/>
          <p:cNvSpPr/>
          <p:nvPr/>
        </p:nvSpPr>
        <p:spPr>
          <a:xfrm>
            <a:off x="2700773" y="2275533"/>
            <a:ext cx="237610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>
                <a:latin typeface="Fedra Sans Pro" panose="020B0504040000020004" pitchFamily="34" charset="0"/>
              </a:rPr>
              <a:t>Проведение заключительного этапа ВСОШ по </a:t>
            </a:r>
            <a:r>
              <a:rPr lang="ru-RU" sz="1100" dirty="0" smtClean="0">
                <a:latin typeface="Fedra Sans Pro" panose="020B0504040000020004" pitchFamily="34" charset="0"/>
              </a:rPr>
              <a:t>Информатике (при поддержке </a:t>
            </a:r>
            <a:r>
              <a:rPr lang="ru-RU" sz="1100" dirty="0" err="1" smtClean="0">
                <a:latin typeface="Fedra Sans Pro" panose="020B0504040000020004" pitchFamily="34" charset="0"/>
              </a:rPr>
              <a:t>Вконтакте</a:t>
            </a:r>
            <a:r>
              <a:rPr lang="ru-RU" sz="1100" dirty="0" smtClean="0">
                <a:latin typeface="Fedra Sans Pro" panose="020B0504040000020004" pitchFamily="34" charset="0"/>
              </a:rPr>
              <a:t>)</a:t>
            </a:r>
            <a:endParaRPr lang="ru-RU" sz="1100" dirty="0">
              <a:latin typeface="Fedra Sans Pro" panose="020B0504040000020004" pitchFamily="34" charset="0"/>
            </a:endParaRPr>
          </a:p>
        </p:txBody>
      </p:sp>
      <p:pic>
        <p:nvPicPr>
          <p:cNvPr id="56" name="Picture 2" descr="https://sun9-68.userapi.com/s/v1/ig2/aP_32EXMxcCqfx4NXqb93Wd63oqEmt0Xs2FhWI-yq-RUoAkz3LMZdWVVfDdOS_0huwPiumlKu7K_Qs4jFl_rLsX_.jpg?size=923x923&amp;quality=96&amp;crop=126,38,923,923&amp;ava=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91" y="3227485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Прямоугольник 56"/>
          <p:cNvSpPr/>
          <p:nvPr/>
        </p:nvSpPr>
        <p:spPr>
          <a:xfrm>
            <a:off x="2699208" y="3369548"/>
            <a:ext cx="1942337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ru-RU" sz="1100" dirty="0" smtClean="0">
                <a:latin typeface="Fedra Sans Pro" panose="020B0504040000020004" pitchFamily="34" charset="0"/>
              </a:rPr>
              <a:t>Инженерный резерв России</a:t>
            </a:r>
            <a:endParaRPr lang="ru-RU" sz="1100" dirty="0">
              <a:latin typeface="Fedra Sans Pro" panose="020B050404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73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2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05" name="Прямоугольник 104"/>
          <p:cNvSpPr/>
          <p:nvPr/>
        </p:nvSpPr>
        <p:spPr>
          <a:xfrm>
            <a:off x="592871" y="1630900"/>
            <a:ext cx="10949665" cy="900000"/>
          </a:xfrm>
          <a:prstGeom prst="rect">
            <a:avLst/>
          </a:prstGeom>
          <a:solidFill>
            <a:srgbClr val="9460A4"/>
          </a:solidFill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106" name="Прямоугольник 105"/>
          <p:cNvSpPr/>
          <p:nvPr/>
        </p:nvSpPr>
        <p:spPr>
          <a:xfrm>
            <a:off x="592874" y="1630899"/>
            <a:ext cx="2721582" cy="3096000"/>
          </a:xfrm>
          <a:prstGeom prst="rect">
            <a:avLst/>
          </a:prstGeom>
          <a:ln w="19050">
            <a:solidFill>
              <a:srgbClr val="9460A4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107" name="Прямоугольник 106"/>
          <p:cNvSpPr/>
          <p:nvPr/>
        </p:nvSpPr>
        <p:spPr>
          <a:xfrm>
            <a:off x="3314455" y="1630899"/>
            <a:ext cx="2740805" cy="3096000"/>
          </a:xfrm>
          <a:prstGeom prst="rect">
            <a:avLst/>
          </a:prstGeom>
          <a:ln w="19050">
            <a:solidFill>
              <a:srgbClr val="9460A4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108" name="Прямоугольник 107"/>
          <p:cNvSpPr/>
          <p:nvPr/>
        </p:nvSpPr>
        <p:spPr>
          <a:xfrm>
            <a:off x="6055260" y="1630899"/>
            <a:ext cx="2729244" cy="3096000"/>
          </a:xfrm>
          <a:prstGeom prst="rect">
            <a:avLst/>
          </a:prstGeom>
          <a:ln w="19050">
            <a:solidFill>
              <a:srgbClr val="9460A4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8784504" y="1630899"/>
            <a:ext cx="2758033" cy="3096000"/>
          </a:xfrm>
          <a:prstGeom prst="rect">
            <a:avLst/>
          </a:prstGeom>
          <a:ln w="19050">
            <a:solidFill>
              <a:srgbClr val="9460A4"/>
            </a:solidFill>
          </a:ln>
        </p:spPr>
        <p:txBody>
          <a:bodyPr wrap="square" rtlCol="0" anchor="b">
            <a:spAutoFit/>
          </a:bodyPr>
          <a:lstStyle/>
          <a:p>
            <a:pPr algn="ctr"/>
            <a:endParaRPr lang="ru-RU" sz="1400" dirty="0" smtClean="0">
              <a:latin typeface="Montserrat" panose="00000500000000000000" pitchFamily="2" charset="-52"/>
              <a:ea typeface="Fedra Sans Alt Pro Light" charset="0"/>
              <a:cs typeface="Fedra Sans Alt Pro Light" charset="0"/>
            </a:endParaRPr>
          </a:p>
        </p:txBody>
      </p:sp>
      <p:sp>
        <p:nvSpPr>
          <p:cNvPr id="110" name="Прямоугольник 109"/>
          <p:cNvSpPr/>
          <p:nvPr/>
        </p:nvSpPr>
        <p:spPr>
          <a:xfrm>
            <a:off x="711136" y="2598291"/>
            <a:ext cx="1093674" cy="2321771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ru-RU" sz="4000" dirty="0" smtClean="0">
                <a:solidFill>
                  <a:srgbClr val="9460A4"/>
                </a:solidFill>
                <a:latin typeface="Fedra Sans Alt Pro Bold" panose="020B0804040000020004" pitchFamily="34" charset="0"/>
                <a:cs typeface="Arial" panose="020B0604020202020204" pitchFamily="34" charset="0"/>
              </a:rPr>
              <a:t>87</a:t>
            </a:r>
            <a:r>
              <a:rPr lang="ru-RU" sz="1400" dirty="0" smtClean="0">
                <a:solidFill>
                  <a:srgbClr val="9460A4"/>
                </a:solidFill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2800" dirty="0">
              <a:solidFill>
                <a:srgbClr val="9460A4"/>
              </a:solidFill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111" name="Прямоугольник 110"/>
          <p:cNvSpPr/>
          <p:nvPr/>
        </p:nvSpPr>
        <p:spPr>
          <a:xfrm>
            <a:off x="664210" y="1691662"/>
            <a:ext cx="2302145" cy="261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chemeClr val="bg1"/>
                </a:solidFill>
                <a:latin typeface="Fedra Sans Pro" panose="020B0504040000020004" pitchFamily="34" charset="0"/>
              </a:rPr>
              <a:t>ЗАГОЛОВОК</a:t>
            </a:r>
            <a:endParaRPr lang="ru-RU" sz="1100" dirty="0">
              <a:solidFill>
                <a:schemeClr val="bg1"/>
              </a:solidFill>
              <a:latin typeface="Fedra Sans Pro" panose="020B0504040000020004" pitchFamily="34" charset="0"/>
            </a:endParaRPr>
          </a:p>
        </p:txBody>
      </p:sp>
      <p:sp>
        <p:nvSpPr>
          <p:cNvPr id="112" name="Прямоугольник 111"/>
          <p:cNvSpPr/>
          <p:nvPr/>
        </p:nvSpPr>
        <p:spPr>
          <a:xfrm>
            <a:off x="3394473" y="1691662"/>
            <a:ext cx="23021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Fedra Sans Pro" panose="020B0504040000020004" pitchFamily="34" charset="0"/>
              </a:rPr>
              <a:t>ЗАГОЛОВОК</a:t>
            </a:r>
          </a:p>
        </p:txBody>
      </p:sp>
      <p:sp>
        <p:nvSpPr>
          <p:cNvPr id="113" name="Прямоугольник 112"/>
          <p:cNvSpPr/>
          <p:nvPr/>
        </p:nvSpPr>
        <p:spPr>
          <a:xfrm>
            <a:off x="6134261" y="1691662"/>
            <a:ext cx="23021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Fedra Sans Pro" panose="020B0504040000020004" pitchFamily="34" charset="0"/>
              </a:rPr>
              <a:t>ЗАГОЛОВОК</a:t>
            </a:r>
          </a:p>
        </p:txBody>
      </p:sp>
      <p:sp>
        <p:nvSpPr>
          <p:cNvPr id="114" name="Прямоугольник 113"/>
          <p:cNvSpPr/>
          <p:nvPr/>
        </p:nvSpPr>
        <p:spPr>
          <a:xfrm>
            <a:off x="8854999" y="1691662"/>
            <a:ext cx="25793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Fedra Sans Pro" panose="020B0504040000020004" pitchFamily="34" charset="0"/>
              </a:rPr>
              <a:t>ЗАГОЛОВОК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3383913" y="2715499"/>
            <a:ext cx="2590088" cy="3077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ru-RU" sz="1400" dirty="0">
                <a:latin typeface="Fedra Sans Cond Pro Light" panose="02000506080000020004" pitchFamily="50" charset="0"/>
              </a:rPr>
              <a:t>Текст</a:t>
            </a:r>
          </a:p>
        </p:txBody>
      </p:sp>
      <p:sp>
        <p:nvSpPr>
          <p:cNvPr id="116" name="Прямоугольник 115"/>
          <p:cNvSpPr/>
          <p:nvPr/>
        </p:nvSpPr>
        <p:spPr>
          <a:xfrm>
            <a:off x="6116843" y="2702799"/>
            <a:ext cx="2590088" cy="3077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ru-RU" sz="1400" dirty="0">
                <a:latin typeface="Fedra Sans Cond Pro Light" panose="02000506080000020004" pitchFamily="50" charset="0"/>
              </a:rPr>
              <a:t>Текст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073" b="23916" l="18038" r="78402">
                        <a14:foregroundMark x1="28956" y1="13927" x2="28956" y2="13927"/>
                        <a14:foregroundMark x1="32911" y1="14155" x2="32911" y2="14155"/>
                        <a14:foregroundMark x1="35127" y1="14155" x2="35127" y2="14155"/>
                        <a14:foregroundMark x1="38212" y1="14726" x2="38212" y2="14726"/>
                        <a14:foregroundMark x1="42009" y1="14669" x2="42009" y2="14669"/>
                        <a14:foregroundMark x1="45016" y1="15183" x2="45016" y2="15183"/>
                        <a14:foregroundMark x1="50475" y1="14783" x2="50475" y2="14783"/>
                        <a14:foregroundMark x1="51266" y1="14326" x2="51266" y2="14326"/>
                        <a14:foregroundMark x1="51661" y1="16096" x2="51661" y2="16096"/>
                        <a14:foregroundMark x1="24842" y1="14612" x2="24842" y2="14612"/>
                        <a14:foregroundMark x1="21361" y1="14612" x2="21361" y2="14612"/>
                        <a14:foregroundMark x1="23022" y1="14612" x2="23022" y2="14612"/>
                        <a14:foregroundMark x1="19778" y1="14726" x2="19778" y2="14726"/>
                        <a14:foregroundMark x1="53402" y1="14212" x2="53402" y2="14212"/>
                        <a14:foregroundMark x1="58386" y1="14954" x2="58386" y2="14954"/>
                        <a14:foregroundMark x1="61709" y1="14783" x2="61709" y2="14783"/>
                        <a14:foregroundMark x1="65269" y1="14897" x2="65269" y2="14897"/>
                        <a14:foregroundMark x1="67009" y1="14840" x2="67009" y2="14840"/>
                        <a14:foregroundMark x1="68750" y1="14840" x2="68750" y2="14840"/>
                        <a14:foregroundMark x1="67089" y1="13299" x2="67089" y2="13299"/>
                        <a14:foregroundMark x1="67326" y1="16781" x2="67326" y2="16781"/>
                        <a14:foregroundMark x1="70807" y1="14441" x2="70807" y2="14441"/>
                        <a14:foregroundMark x1="76028" y1="13527" x2="76028" y2="13527"/>
                        <a14:foregroundMark x1="76661" y1="13242" x2="76661" y2="132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10" t="10547" r="20550" b="75437"/>
          <a:stretch/>
        </p:blipFill>
        <p:spPr>
          <a:xfrm>
            <a:off x="9132604" y="3795573"/>
            <a:ext cx="1812608" cy="565785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1" b="11671"/>
          <a:stretch/>
        </p:blipFill>
        <p:spPr>
          <a:xfrm>
            <a:off x="9084979" y="2737720"/>
            <a:ext cx="2107061" cy="56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9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3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63" name="Содержимое 3"/>
          <p:cNvSpPr txBox="1">
            <a:spLocks/>
          </p:cNvSpPr>
          <p:nvPr/>
        </p:nvSpPr>
        <p:spPr>
          <a:xfrm>
            <a:off x="1647396" y="1591065"/>
            <a:ext cx="3816000" cy="1008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 smtClean="0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991659" y="1298043"/>
            <a:ext cx="69495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600" b="1" dirty="0" smtClean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1</a:t>
            </a:r>
          </a:p>
        </p:txBody>
      </p:sp>
      <p:sp>
        <p:nvSpPr>
          <p:cNvPr id="66" name="Содержимое 3"/>
          <p:cNvSpPr txBox="1">
            <a:spLocks/>
          </p:cNvSpPr>
          <p:nvPr/>
        </p:nvSpPr>
        <p:spPr>
          <a:xfrm>
            <a:off x="1647396" y="3097646"/>
            <a:ext cx="3816000" cy="1008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</a:p>
        </p:txBody>
      </p:sp>
      <p:sp>
        <p:nvSpPr>
          <p:cNvPr id="67" name="Прямоугольник 66"/>
          <p:cNvSpPr/>
          <p:nvPr/>
        </p:nvSpPr>
        <p:spPr>
          <a:xfrm>
            <a:off x="1003752" y="2785795"/>
            <a:ext cx="69495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2</a:t>
            </a:r>
          </a:p>
        </p:txBody>
      </p:sp>
      <p:sp>
        <p:nvSpPr>
          <p:cNvPr id="69" name="Содержимое 3"/>
          <p:cNvSpPr txBox="1">
            <a:spLocks/>
          </p:cNvSpPr>
          <p:nvPr/>
        </p:nvSpPr>
        <p:spPr>
          <a:xfrm>
            <a:off x="1647396" y="4504753"/>
            <a:ext cx="3816000" cy="1008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</a:p>
        </p:txBody>
      </p:sp>
      <p:sp>
        <p:nvSpPr>
          <p:cNvPr id="70" name="Прямоугольник 69"/>
          <p:cNvSpPr/>
          <p:nvPr/>
        </p:nvSpPr>
        <p:spPr>
          <a:xfrm>
            <a:off x="1008884" y="4238915"/>
            <a:ext cx="6811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 smtClean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3</a:t>
            </a:r>
            <a:endParaRPr lang="ru-RU" sz="5400" b="1" dirty="0">
              <a:solidFill>
                <a:srgbClr val="9F70AD"/>
              </a:solidFill>
              <a:latin typeface="Fedra Sans Pro Bold" panose="020B0804040000020004" pitchFamily="34" charset="0"/>
              <a:ea typeface="Fedra Sans Alt Pro" charset="0"/>
              <a:cs typeface="Fedra Sans Alt Pro" charset="0"/>
            </a:endParaRPr>
          </a:p>
        </p:txBody>
      </p:sp>
      <p:sp>
        <p:nvSpPr>
          <p:cNvPr id="72" name="Содержимое 3"/>
          <p:cNvSpPr txBox="1">
            <a:spLocks/>
          </p:cNvSpPr>
          <p:nvPr/>
        </p:nvSpPr>
        <p:spPr>
          <a:xfrm>
            <a:off x="7021619" y="1591065"/>
            <a:ext cx="3816000" cy="1008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</a:p>
        </p:txBody>
      </p:sp>
      <p:sp>
        <p:nvSpPr>
          <p:cNvPr id="73" name="Прямоугольник 72"/>
          <p:cNvSpPr/>
          <p:nvPr/>
        </p:nvSpPr>
        <p:spPr>
          <a:xfrm>
            <a:off x="6449068" y="1326886"/>
            <a:ext cx="8217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4</a:t>
            </a:r>
          </a:p>
        </p:txBody>
      </p:sp>
      <p:sp>
        <p:nvSpPr>
          <p:cNvPr id="75" name="Содержимое 3"/>
          <p:cNvSpPr txBox="1">
            <a:spLocks/>
          </p:cNvSpPr>
          <p:nvPr/>
        </p:nvSpPr>
        <p:spPr>
          <a:xfrm>
            <a:off x="7021619" y="3097646"/>
            <a:ext cx="3816000" cy="1008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buNone/>
            </a:pPr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</a:p>
        </p:txBody>
      </p:sp>
      <p:sp>
        <p:nvSpPr>
          <p:cNvPr id="76" name="Прямоугольник 75"/>
          <p:cNvSpPr/>
          <p:nvPr/>
        </p:nvSpPr>
        <p:spPr>
          <a:xfrm>
            <a:off x="6391490" y="2838317"/>
            <a:ext cx="8217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5</a:t>
            </a:r>
          </a:p>
        </p:txBody>
      </p:sp>
      <p:sp>
        <p:nvSpPr>
          <p:cNvPr id="78" name="Прямоугольник 77"/>
          <p:cNvSpPr/>
          <p:nvPr/>
        </p:nvSpPr>
        <p:spPr>
          <a:xfrm>
            <a:off x="7021619" y="4504753"/>
            <a:ext cx="3816000" cy="100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/>
            <a:r>
              <a:rPr lang="ru-RU" sz="1200" dirty="0">
                <a:latin typeface="Fedra Sans Alt Pro Light" panose="020B0304040000020004" pitchFamily="34" charset="0"/>
              </a:rPr>
              <a:t>Текст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  <a:r>
              <a:rPr lang="ru-RU" sz="1200" dirty="0" err="1">
                <a:latin typeface="Fedra Sans Alt Pro Light" panose="020B0304040000020004" pitchFamily="34" charset="0"/>
              </a:rPr>
              <a:t>Текст</a:t>
            </a:r>
            <a:r>
              <a:rPr lang="ru-RU" sz="1200" dirty="0">
                <a:latin typeface="Fedra Sans Alt Pro Light" panose="020B0304040000020004" pitchFamily="34" charset="0"/>
              </a:rPr>
              <a:t> </a:t>
            </a:r>
          </a:p>
        </p:txBody>
      </p:sp>
      <p:sp>
        <p:nvSpPr>
          <p:cNvPr id="79" name="Прямоугольник 78"/>
          <p:cNvSpPr/>
          <p:nvPr/>
        </p:nvSpPr>
        <p:spPr>
          <a:xfrm>
            <a:off x="6408907" y="4373419"/>
            <a:ext cx="8217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 smtClean="0">
                <a:solidFill>
                  <a:srgbClr val="9F70AD"/>
                </a:solidFill>
                <a:latin typeface="Fedra Sans Pro Bold" panose="020B0804040000020004" pitchFamily="34" charset="0"/>
                <a:ea typeface="Fedra Sans Alt Pro" charset="0"/>
                <a:cs typeface="Fedra Sans Alt Pro" charset="0"/>
              </a:rPr>
              <a:t>6</a:t>
            </a:r>
            <a:endParaRPr lang="ru-RU" sz="5400" b="1" dirty="0">
              <a:solidFill>
                <a:srgbClr val="9F70AD"/>
              </a:solidFill>
              <a:latin typeface="Fedra Sans Pro Bold" panose="020B0804040000020004" pitchFamily="34" charset="0"/>
              <a:ea typeface="Fedra Sans Alt Pro" charset="0"/>
              <a:cs typeface="Fedra Sans Al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97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4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818161"/>
              </p:ext>
            </p:extLst>
          </p:nvPr>
        </p:nvGraphicFramePr>
        <p:xfrm>
          <a:off x="576264" y="3442218"/>
          <a:ext cx="7510460" cy="24814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7615">
                  <a:extLst>
                    <a:ext uri="{9D8B030D-6E8A-4147-A177-3AD203B41FA5}">
                      <a16:colId xmlns:a16="http://schemas.microsoft.com/office/drawing/2014/main" xmlns="" val="3361573464"/>
                    </a:ext>
                  </a:extLst>
                </a:gridCol>
                <a:gridCol w="1877615"/>
                <a:gridCol w="187761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877615"/>
              </a:tblGrid>
              <a:tr h="516719">
                <a:tc>
                  <a:txBody>
                    <a:bodyPr/>
                    <a:lstStyle/>
                    <a:p>
                      <a:pPr marL="0" algn="ctr" defTabSz="912114" rtl="0" eaLnBrk="1" fontAlgn="b" latinLnBrk="0" hangingPunct="1"/>
                      <a:r>
                        <a:rPr lang="ru-RU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Fedra Sans Cond Pro Light" panose="02000506080000020004" pitchFamily="50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20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b" latinLnBrk="0" hangingPunct="1"/>
                      <a:r>
                        <a:rPr lang="ru-RU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Fedra Sans Cond Pro Light" panose="02000506080000020004" pitchFamily="50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20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b" latinLnBrk="0" hangingPunct="1"/>
                      <a:r>
                        <a:rPr lang="ru-RU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Fedra Sans Cond Pro Light" panose="02000506080000020004" pitchFamily="50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20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b" latinLnBrk="0" hangingPunct="1"/>
                      <a:r>
                        <a:rPr lang="ru-RU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Fedra Sans Cond Pro Light" panose="02000506080000020004" pitchFamily="50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20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1177">
                <a:tc>
                  <a:txBody>
                    <a:bodyPr/>
                    <a:lstStyle/>
                    <a:p>
                      <a:pPr marL="0" algn="l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59751361"/>
                  </a:ext>
                </a:extLst>
              </a:tr>
              <a:tr h="491177">
                <a:tc>
                  <a:txBody>
                    <a:bodyPr/>
                    <a:lstStyle/>
                    <a:p>
                      <a:pPr marL="0" algn="l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1177">
                <a:tc>
                  <a:txBody>
                    <a:bodyPr/>
                    <a:lstStyle/>
                    <a:p>
                      <a:pPr marL="0" algn="l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1177">
                <a:tc>
                  <a:txBody>
                    <a:bodyPr/>
                    <a:lstStyle/>
                    <a:p>
                      <a:pPr marL="0" algn="l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2114" rtl="0" eaLnBrk="1" fontAlgn="ctr" latinLnBrk="0" hangingPunct="1"/>
                      <a:endParaRPr lang="ru-RU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91261" marR="91261" marT="45604" marB="456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8" name="Прямоугольник 37"/>
          <p:cNvSpPr/>
          <p:nvPr/>
        </p:nvSpPr>
        <p:spPr>
          <a:xfrm>
            <a:off x="577687" y="2919030"/>
            <a:ext cx="32513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cap="all" dirty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Наименование таблицы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576263" y="1144188"/>
            <a:ext cx="29346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cap="all" dirty="0" smtClean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ТЕКСТ</a:t>
            </a:r>
            <a:endParaRPr lang="ru-RU" sz="1600" b="1" cap="all" dirty="0">
              <a:latin typeface="Fedra Sans Pro Bold" panose="020B0804040000020004" pitchFamily="34" charset="0"/>
              <a:ea typeface="Mayak" pitchFamily="34" charset="-52"/>
              <a:cs typeface="Courier New" panose="020703090202050204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6D217F1F-D6CF-3CB7-FA57-92C8BC89C1C8}"/>
              </a:ext>
            </a:extLst>
          </p:cNvPr>
          <p:cNvSpPr txBox="1"/>
          <p:nvPr/>
        </p:nvSpPr>
        <p:spPr>
          <a:xfrm>
            <a:off x="8682695" y="3453822"/>
            <a:ext cx="2837791" cy="2486603"/>
          </a:xfrm>
          <a:prstGeom prst="rect">
            <a:avLst/>
          </a:prstGeom>
          <a:noFill/>
          <a:ln w="19050">
            <a:solidFill>
              <a:srgbClr val="9F70AD"/>
            </a:solidFill>
          </a:ln>
        </p:spPr>
        <p:txBody>
          <a:bodyPr wrap="square" lIns="91239" tIns="45619" rIns="91239" bIns="45619" anchor="t">
            <a:noAutofit/>
          </a:bodyPr>
          <a:lstStyle/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200" dirty="0">
              <a:latin typeface="Fedra Sans Cond Pro Medium" panose="02000606040000020004" pitchFamily="50" charset="0"/>
              <a:ea typeface="Fedra Sans Alt Pro Light" charset="0"/>
              <a:cs typeface="Fedra Sans Alt Pro Light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3945657" y="1298077"/>
            <a:ext cx="358775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  <a:endParaRPr lang="ru-RU" sz="1000" dirty="0">
              <a:latin typeface="Fedra Sans Cond Pro Light" panose="02000506080000020004" pitchFamily="50" charset="0"/>
              <a:ea typeface="Fedra Sans Alt Pro Light" charset="0"/>
              <a:cs typeface="Fedra Sans Alt Pro Light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8582746" y="1298077"/>
            <a:ext cx="2937741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  <a:endParaRPr lang="ru-RU" sz="1000" dirty="0">
              <a:latin typeface="Fedra Sans Cond Pro Light" panose="02000506080000020004" pitchFamily="50" charset="0"/>
              <a:ea typeface="Fedra Sans Alt Pro Light" charset="0"/>
              <a:cs typeface="Fedra Sans Alt Pro Light" charset="0"/>
            </a:endParaRPr>
          </a:p>
          <a:p>
            <a:pPr marL="176213" indent="-176213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Fedra Sans Cond Pro Light" panose="02000506080000020004" pitchFamily="50" charset="0"/>
                <a:ea typeface="Fedra Sans Alt Pro Light" charset="0"/>
                <a:cs typeface="Fedra Sans Alt Pro Light" charset="0"/>
              </a:rPr>
              <a:t>Текст</a:t>
            </a:r>
            <a:endParaRPr lang="ru-RU" sz="1000" dirty="0">
              <a:latin typeface="Fedra Sans Cond Pro Light" panose="02000506080000020004" pitchFamily="50" charset="0"/>
              <a:ea typeface="Fedra Sans Alt Pro Light" charset="0"/>
              <a:cs typeface="Fedra Sans Alt Pro Light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782646" y="3552003"/>
            <a:ext cx="252750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Medium" panose="0200060604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Medium" panose="0200060604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Fedra Sans Cond Pro Medium" panose="02000606040000020004" pitchFamily="50" charset="0"/>
                <a:ea typeface="Fedra Sans Alt Pro Light" charset="0"/>
                <a:cs typeface="Fedra Sans Alt Pro Light" charset="0"/>
              </a:rPr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75675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5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0CDF07E4-EC45-48C3-8702-157BAC745F30}"/>
              </a:ext>
            </a:extLst>
          </p:cNvPr>
          <p:cNvSpPr txBox="1"/>
          <p:nvPr/>
        </p:nvSpPr>
        <p:spPr>
          <a:xfrm>
            <a:off x="6775535" y="1206119"/>
            <a:ext cx="4648510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defRPr/>
            </a:pPr>
            <a:r>
              <a:rPr lang="ru-RU" sz="1400" b="1" cap="all" dirty="0">
                <a:solidFill>
                  <a:schemeClr val="tx1"/>
                </a:solidFill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ОЛИМПИАДЫ 2022-2023 УЧ. ГОД ДЛЯ ШКОЛЬНИКОВ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F35DCE1-EA58-4C70-93D3-CC69F4C4FAED}"/>
              </a:ext>
            </a:extLst>
          </p:cNvPr>
          <p:cNvSpPr txBox="1"/>
          <p:nvPr/>
        </p:nvSpPr>
        <p:spPr>
          <a:xfrm>
            <a:off x="6775535" y="1815254"/>
            <a:ext cx="4656658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Отраслевая олимпиада школьников «Газпром»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BF14B49-A856-4657-AA2B-A5431ED1A5CC}"/>
              </a:ext>
            </a:extLst>
          </p:cNvPr>
          <p:cNvSpPr txBox="1"/>
          <p:nvPr/>
        </p:nvSpPr>
        <p:spPr>
          <a:xfrm>
            <a:off x="6775535" y="2045008"/>
            <a:ext cx="3991752" cy="40011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Всероссийская олимпиада школьников (муниципальный, региональный, заключительный </a:t>
            </a:r>
            <a:r>
              <a:rPr kumimoji="0" lang="ru-RU" sz="10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этапы </a:t>
            </a: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по математике, физике, информатике, химии)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69BEF0F-FD6B-4EAD-9E64-C6D242688401}"/>
              </a:ext>
            </a:extLst>
          </p:cNvPr>
          <p:cNvSpPr txBox="1"/>
          <p:nvPr/>
        </p:nvSpPr>
        <p:spPr>
          <a:xfrm>
            <a:off x="6775535" y="2428651"/>
            <a:ext cx="4656658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Межрегиональная многопрофильная олимпиада школьников «Менделеев»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9133157-C2AE-4F65-96D9-07CFE42B22CF}"/>
              </a:ext>
            </a:extLst>
          </p:cNvPr>
          <p:cNvSpPr txBox="1"/>
          <p:nvPr/>
        </p:nvSpPr>
        <p:spPr>
          <a:xfrm>
            <a:off x="6775535" y="2658405"/>
            <a:ext cx="4656658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Тюменская геологическая олимпиада</a:t>
            </a:r>
            <a:endParaRPr kumimoji="0" lang="ru-RU" sz="1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edra Sans Cond Pro Light" panose="02000506080000020004" pitchFamily="50" charset="0"/>
              <a:ea typeface="Arial Narrow" charset="0"/>
              <a:cs typeface="Arial Narrow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7186A141-264C-4C7D-A368-B323CBA200D1}"/>
              </a:ext>
            </a:extLst>
          </p:cNvPr>
          <p:cNvSpPr txBox="1"/>
          <p:nvPr/>
        </p:nvSpPr>
        <p:spPr>
          <a:xfrm>
            <a:off x="6775535" y="2888159"/>
            <a:ext cx="4656658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Межрегиональная олимпиада школьников «Архитектура и искусство»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AC02CCE1-90EA-4A0E-8E93-71CB6D703407}"/>
              </a:ext>
            </a:extLst>
          </p:cNvPr>
          <p:cNvSpPr txBox="1"/>
          <p:nvPr/>
        </p:nvSpPr>
        <p:spPr>
          <a:xfrm>
            <a:off x="6775535" y="3648715"/>
            <a:ext cx="4662687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defRPr/>
            </a:pPr>
            <a:r>
              <a:rPr lang="ru-RU" sz="1400" b="1" cap="all" dirty="0">
                <a:solidFill>
                  <a:schemeClr val="tx1"/>
                </a:solidFill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ОЛИМПИАДЫ И КОНКУРСЫ ДЛЯ СТУДЕНТОВ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085C5BB9-7979-47D6-A01C-C570411EB740}"/>
              </a:ext>
            </a:extLst>
          </p:cNvPr>
          <p:cNvSpPr txBox="1"/>
          <p:nvPr/>
        </p:nvSpPr>
        <p:spPr>
          <a:xfrm>
            <a:off x="6775535" y="4035287"/>
            <a:ext cx="4652086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Отраслевая олимпиада студентов «Газпром»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A337AEE9-6765-4D05-8A1B-BC74507E0495}"/>
              </a:ext>
            </a:extLst>
          </p:cNvPr>
          <p:cNvSpPr txBox="1"/>
          <p:nvPr/>
        </p:nvSpPr>
        <p:spPr>
          <a:xfrm>
            <a:off x="6775535" y="4500584"/>
            <a:ext cx="4652089" cy="40011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Всероссийская студенческая олимпиада (по направлениям математика,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техническая математика, физика, нефтегазовое дело и др.)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56831C63-8572-4BE0-8DEF-F3E2341950EF}"/>
              </a:ext>
            </a:extLst>
          </p:cNvPr>
          <p:cNvSpPr txBox="1"/>
          <p:nvPr/>
        </p:nvSpPr>
        <p:spPr>
          <a:xfrm>
            <a:off x="6775535" y="4258310"/>
            <a:ext cx="4661224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Всероссийская олимпиада для студентов «Я – профессионал»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D4CBFE7E-92D8-4326-A1D8-0D78B92A21D5}"/>
              </a:ext>
            </a:extLst>
          </p:cNvPr>
          <p:cNvSpPr txBox="1"/>
          <p:nvPr/>
        </p:nvSpPr>
        <p:spPr>
          <a:xfrm>
            <a:off x="6775535" y="4886733"/>
            <a:ext cx="4647517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Всероссийский студенческий конкурс «Твой ход»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583EC0FD-19A7-4829-8893-5A04201D2DF5}"/>
              </a:ext>
            </a:extLst>
          </p:cNvPr>
          <p:cNvSpPr txBox="1"/>
          <p:nvPr/>
        </p:nvSpPr>
        <p:spPr>
          <a:xfrm>
            <a:off x="6775535" y="5137465"/>
            <a:ext cx="4137405" cy="40011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Региональная научно-практическая конференция молодых инноваторов «Новые векторы развития науки и техники в тюменской области» программа «УМНИК»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2EB47219-BA21-4776-BF9B-22549C2CF700}"/>
              </a:ext>
            </a:extLst>
          </p:cNvPr>
          <p:cNvSpPr txBox="1"/>
          <p:nvPr/>
        </p:nvSpPr>
        <p:spPr>
          <a:xfrm>
            <a:off x="6775535" y="5514377"/>
            <a:ext cx="4647517" cy="246221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rPr>
              <a:t>Конкурс «Студенческий стартап»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D91CEDF-E6AC-4A2E-A855-740359D80B6B}"/>
              </a:ext>
            </a:extLst>
          </p:cNvPr>
          <p:cNvSpPr txBox="1"/>
          <p:nvPr/>
        </p:nvSpPr>
        <p:spPr>
          <a:xfrm>
            <a:off x="487953" y="1198389"/>
            <a:ext cx="5113143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900">
                <a:solidFill>
                  <a:srgbClr val="002060"/>
                </a:solidFill>
                <a:latin typeface="Fedra Sans Alt Pro"/>
                <a:ea typeface="Arial Narrow" charset="0"/>
                <a:cs typeface="Arial Narrow" charset="0"/>
              </a:defRPr>
            </a:lvl1pPr>
          </a:lstStyle>
          <a:p>
            <a:pPr algn="l">
              <a:defRPr/>
            </a:pPr>
            <a:r>
              <a:rPr lang="ru-RU" sz="1400" b="1" cap="all" dirty="0">
                <a:solidFill>
                  <a:schemeClr val="tx1"/>
                </a:solidFill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ОЛИМПИАДЫ И КОНКУРСЫ 2021-2022 УЧ. ГОД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12DA55BD-E726-4649-8F82-3EC5D2E6BD4A}"/>
              </a:ext>
            </a:extLst>
          </p:cNvPr>
          <p:cNvSpPr txBox="1"/>
          <p:nvPr/>
        </p:nvSpPr>
        <p:spPr>
          <a:xfrm>
            <a:off x="483032" y="1565226"/>
            <a:ext cx="49263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Всероссийский конкурс научно-технических проектов </a:t>
            </a:r>
            <a:r>
              <a:rPr kumimoji="0" lang="ru-RU" sz="105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 </a:t>
            </a:r>
            <a:r>
              <a:rPr kumimoji="0" lang="ru-RU" sz="10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«</a:t>
            </a: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Инженерный резерв России»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07EC3944-49D9-0B12-C3DE-62A03B89921B}"/>
              </a:ext>
            </a:extLst>
          </p:cNvPr>
          <p:cNvSpPr txBox="1"/>
          <p:nvPr/>
        </p:nvSpPr>
        <p:spPr>
          <a:xfrm>
            <a:off x="483032" y="2427966"/>
            <a:ext cx="50066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Международный молодежный </a:t>
            </a:r>
            <a:r>
              <a:rPr lang="ru-RU" sz="1050" kern="0" dirty="0">
                <a:latin typeface="Fedra Sans Cond Pro Demi" panose="02000506040000020004" pitchFamily="50" charset="0"/>
              </a:rPr>
              <a:t> </a:t>
            </a:r>
            <a:r>
              <a:rPr kumimoji="0" lang="ru-RU" sz="10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архитектурно-художественный </a:t>
            </a: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фестиваль </a:t>
            </a:r>
            <a:r>
              <a:rPr kumimoji="0" lang="ru-RU" sz="10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«</a:t>
            </a: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Золотая </a:t>
            </a:r>
            <a:r>
              <a:rPr kumimoji="0" lang="ru-RU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АрхИдея</a:t>
            </a: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Fedra Sans Cond Pro Demi" panose="02000506040000020004" pitchFamily="50" charset="0"/>
              </a:rPr>
              <a:t>»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593197" y="3743036"/>
            <a:ext cx="5040312" cy="2019099"/>
            <a:chOff x="576263" y="3609686"/>
            <a:chExt cx="5040312" cy="201909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D8BEA073-73F6-E12C-B8BD-E5C624DF8DB4}"/>
                </a:ext>
              </a:extLst>
            </p:cNvPr>
            <p:cNvSpPr txBox="1"/>
            <p:nvPr/>
          </p:nvSpPr>
          <p:spPr>
            <a:xfrm>
              <a:off x="707110" y="3991205"/>
              <a:ext cx="1339043" cy="43088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900">
                  <a:solidFill>
                    <a:srgbClr val="002060"/>
                  </a:solidFill>
                  <a:latin typeface="Fedra Sans Alt Pro"/>
                  <a:ea typeface="Arial Narrow" charset="0"/>
                  <a:cs typeface="Arial Narrow" charset="0"/>
                </a:defRPr>
              </a:lvl1pPr>
            </a:lstStyle>
            <a:p>
              <a:pPr marL="0" marR="0" lvl="0" indent="0" algn="l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100" b="1" dirty="0">
                  <a:solidFill>
                    <a:schemeClr val="tx1"/>
                  </a:solidFill>
                  <a:latin typeface="Fedra Sans Cond Pro Demi" panose="02000506040000020004" pitchFamily="50" charset="0"/>
                  <a:ea typeface="+mn-ea"/>
                  <a:cs typeface="Arial" panose="020B0604020202020204" pitchFamily="34" charset="0"/>
                </a:rPr>
                <a:t>КЛЮЧЕВЫЕ ПАРТНЕРЫ</a:t>
              </a:r>
            </a:p>
          </p:txBody>
        </p:sp>
        <p:pic>
          <p:nvPicPr>
            <p:cNvPr id="64" name="Рисунок 63">
              <a:extLst>
                <a:ext uri="{FF2B5EF4-FFF2-40B4-BE49-F238E27FC236}">
                  <a16:creationId xmlns:a16="http://schemas.microsoft.com/office/drawing/2014/main" xmlns="" id="{FA39E7DC-CCA9-E8A5-2940-3F64FCA69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699" r="51013" b="-4826"/>
            <a:stretch/>
          </p:blipFill>
          <p:spPr>
            <a:xfrm>
              <a:off x="1777231" y="4006851"/>
              <a:ext cx="634038" cy="458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A9133157-C2AE-4F65-96D9-07CFE42B22CF}"/>
                </a:ext>
              </a:extLst>
            </p:cNvPr>
            <p:cNvSpPr txBox="1"/>
            <p:nvPr/>
          </p:nvSpPr>
          <p:spPr>
            <a:xfrm>
              <a:off x="2470034" y="4073370"/>
              <a:ext cx="1224495" cy="2769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wrap="square" lIns="36000" tIns="0" rIns="36000" bIns="0" rtlCol="0">
              <a:spAutoFit/>
            </a:bodyPr>
            <a:lstStyle/>
            <a:p>
              <a:pPr marL="88900" marR="0" lvl="0" indent="-88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r>
                <a:rPr kumimoji="0" lang="ru-RU" sz="9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Центр олимпиадной подготовки г. Тюмень</a:t>
              </a:r>
              <a:endParaRPr kumimoji="0" lang="ru-RU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A9133157-C2AE-4F65-96D9-07CFE42B22CF}"/>
                </a:ext>
              </a:extLst>
            </p:cNvPr>
            <p:cNvSpPr txBox="1"/>
            <p:nvPr/>
          </p:nvSpPr>
          <p:spPr>
            <a:xfrm>
              <a:off x="3703332" y="4073370"/>
              <a:ext cx="1830985" cy="2769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wrap="square" lIns="36000" tIns="0" rIns="36000" bIns="0" rtlCol="0">
              <a:spAutoFit/>
            </a:bodyPr>
            <a:lstStyle/>
            <a:p>
              <a:pPr marL="88900" marR="0" lvl="0" indent="-88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r>
                <a:rPr kumimoji="0" lang="ru-RU" sz="9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Призер </a:t>
              </a:r>
              <a:r>
                <a:rPr kumimoji="0" lang="ru-RU" sz="9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РэВсОШ</a:t>
              </a:r>
              <a:r>
                <a:rPr kumimoji="0" lang="ru-RU" sz="9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 по физике – </a:t>
              </a:r>
              <a:r>
                <a:rPr kumimoji="0" lang="ru-RU" sz="9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1 </a:t>
              </a:r>
              <a:r>
                <a:rPr kumimoji="0" lang="ru-RU" sz="9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чел. </a:t>
              </a:r>
            </a:p>
            <a:p>
              <a:pPr marL="88900" marR="0" lvl="0" indent="-88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r>
                <a:rPr kumimoji="0" lang="ru-RU" sz="9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Призер олимпиады «Газпром» - 1 чел.</a:t>
              </a:r>
              <a:endParaRPr kumimoji="0" lang="ru-RU" sz="9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edra Sans Cond Pro Light" panose="02000506080000020004" pitchFamily="50" charset="0"/>
                <a:ea typeface="Arial Narrow" charset="0"/>
                <a:cs typeface="Arial Narrow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A9133157-C2AE-4F65-96D9-07CFE42B22CF}"/>
                </a:ext>
              </a:extLst>
            </p:cNvPr>
            <p:cNvSpPr txBox="1"/>
            <p:nvPr/>
          </p:nvSpPr>
          <p:spPr>
            <a:xfrm>
              <a:off x="3758747" y="4827698"/>
              <a:ext cx="1327893" cy="4154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wrap="square" lIns="36000" tIns="0" rIns="36000" bIns="0" rtlCol="0">
              <a:spAutoFit/>
            </a:bodyPr>
            <a:lstStyle/>
            <a:p>
              <a:pPr marL="88900" indent="-88900" defTabSz="914400">
                <a:buFont typeface="Arial" charset="0"/>
                <a:buChar char="•"/>
                <a:tabLst>
                  <a:tab pos="88900" algn="l"/>
                </a:tabLst>
                <a:defRPr/>
              </a:pPr>
              <a:r>
                <a:rPr lang="ru-RU" sz="900" kern="0" dirty="0">
                  <a:solidFill>
                    <a:srgbClr val="000000"/>
                  </a:solidFill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Подготовка к </a:t>
              </a:r>
              <a:r>
                <a:rPr lang="ru-RU" sz="900" kern="0" dirty="0" err="1">
                  <a:solidFill>
                    <a:srgbClr val="000000"/>
                  </a:solidFill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РэВсОШ</a:t>
              </a:r>
              <a:endParaRPr lang="ru-RU" sz="900" kern="0" dirty="0">
                <a:solidFill>
                  <a:srgbClr val="000000"/>
                </a:solidFill>
                <a:latin typeface="Fedra Sans Cond Pro Light" panose="02000506080000020004" pitchFamily="50" charset="0"/>
                <a:ea typeface="Arial Narrow" charset="0"/>
                <a:cs typeface="Arial Narrow" charset="0"/>
              </a:endParaRPr>
            </a:p>
            <a:p>
              <a:pPr marL="88900" indent="-88900" defTabSz="914400">
                <a:buFont typeface="Arial" charset="0"/>
                <a:buChar char="•"/>
                <a:tabLst>
                  <a:tab pos="88900" algn="l"/>
                </a:tabLst>
                <a:defRPr/>
              </a:pPr>
              <a:r>
                <a:rPr lang="ru-RU" sz="900" kern="0" dirty="0">
                  <a:solidFill>
                    <a:srgbClr val="000000"/>
                  </a:solidFill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Подготовка к конкурсу «Большая перемена</a:t>
              </a:r>
              <a:r>
                <a:rPr lang="ru-RU" sz="900" kern="0" dirty="0" smtClean="0">
                  <a:solidFill>
                    <a:srgbClr val="000000"/>
                  </a:solidFill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»</a:t>
              </a:r>
              <a:endParaRPr lang="ru-RU" sz="900" kern="0" dirty="0">
                <a:solidFill>
                  <a:srgbClr val="000000"/>
                </a:solidFill>
                <a:latin typeface="Fedra Sans Cond Pro Light" panose="02000506080000020004" pitchFamily="50" charset="0"/>
                <a:ea typeface="Arial Narrow" charset="0"/>
                <a:cs typeface="Arial Narrow" charset="0"/>
              </a:endParaRPr>
            </a:p>
          </p:txBody>
        </p:sp>
        <p:sp>
          <p:nvSpPr>
            <p:cNvPr id="68" name="Прямоугольник 67"/>
            <p:cNvSpPr/>
            <p:nvPr/>
          </p:nvSpPr>
          <p:spPr>
            <a:xfrm>
              <a:off x="576263" y="3609686"/>
              <a:ext cx="5040312" cy="2019099"/>
            </a:xfrm>
            <a:prstGeom prst="rect">
              <a:avLst/>
            </a:prstGeom>
            <a:noFill/>
            <a:ln w="19050">
              <a:solidFill>
                <a:srgbClr val="9F70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xmlns="" id="{2CBF6A90-639F-738C-83D6-C4A8480483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5225" t="31668" r="67918" b="-31668"/>
            <a:stretch/>
          </p:blipFill>
          <p:spPr>
            <a:xfrm>
              <a:off x="1758180" y="4720012"/>
              <a:ext cx="659358" cy="825649"/>
            </a:xfrm>
            <a:prstGeom prst="rect">
              <a:avLst/>
            </a:prstGeom>
            <a:noFill/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A9133157-C2AE-4F65-96D9-07CFE42B22CF}"/>
                </a:ext>
              </a:extLst>
            </p:cNvPr>
            <p:cNvSpPr txBox="1"/>
            <p:nvPr/>
          </p:nvSpPr>
          <p:spPr>
            <a:xfrm>
              <a:off x="2437578" y="4839708"/>
              <a:ext cx="1103536" cy="4154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wrap="square" lIns="36000" tIns="0" rIns="36000" bIns="0" rtlCol="0">
              <a:spAutoFit/>
            </a:bodyPr>
            <a:lstStyle/>
            <a:p>
              <a:pPr marL="88900" marR="0" lvl="0" indent="-88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r>
                <a:rPr lang="ru-RU" sz="900" kern="0" dirty="0">
                  <a:solidFill>
                    <a:srgbClr val="000000"/>
                  </a:solidFill>
                  <a:latin typeface="Fedra Sans Cond Pro Light" panose="02000506080000020004" pitchFamily="50" charset="0"/>
                  <a:ea typeface="Arial Narrow" charset="0"/>
                  <a:cs typeface="Arial Narrow" charset="0"/>
                </a:rPr>
                <a:t>Центр выявления и поддержки одаренных детей в ЯНАО</a:t>
              </a:r>
            </a:p>
          </p:txBody>
        </p:sp>
      </p:grpSp>
      <p:sp>
        <p:nvSpPr>
          <p:cNvPr id="33" name="Прямоугольник 32"/>
          <p:cNvSpPr/>
          <p:nvPr/>
        </p:nvSpPr>
        <p:spPr>
          <a:xfrm>
            <a:off x="576264" y="1821877"/>
            <a:ext cx="1700211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Участники: 230 чел.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2276474" y="1821877"/>
            <a:ext cx="1806185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700"/>
              </a:lnSpc>
              <a:spcAft>
                <a:spcPts val="0"/>
              </a:spcAft>
            </a:pPr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Направлений подготовки: 10</a:t>
            </a:r>
          </a:p>
        </p:txBody>
      </p:sp>
      <p:sp>
        <p:nvSpPr>
          <p:cNvPr id="45" name="Прямоугольник 44"/>
          <p:cNvSpPr/>
          <p:nvPr/>
        </p:nvSpPr>
        <p:spPr>
          <a:xfrm>
            <a:off x="4082660" y="1821877"/>
            <a:ext cx="1550849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Проекты: 20 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576264" y="2690751"/>
            <a:ext cx="1700211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Участники: </a:t>
            </a:r>
            <a:r>
              <a:rPr lang="ru-RU" sz="1000" dirty="0" smtClean="0">
                <a:solidFill>
                  <a:schemeClr val="tx1"/>
                </a:solidFill>
                <a:latin typeface="Fedra Sans Cond Pro Light" panose="02000506080000020004" pitchFamily="50" charset="0"/>
              </a:rPr>
              <a:t>458 </a:t>
            </a:r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чел.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2276474" y="2690751"/>
            <a:ext cx="1806185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900"/>
              </a:lnSpc>
              <a:spcAft>
                <a:spcPts val="0"/>
              </a:spcAft>
            </a:pPr>
            <a:r>
              <a:rPr lang="ru-RU" sz="1000" dirty="0" smtClean="0">
                <a:solidFill>
                  <a:schemeClr val="tx1"/>
                </a:solidFill>
                <a:latin typeface="Fedra Sans Cond Pro Light" panose="02000506080000020004" pitchFamily="50" charset="0"/>
              </a:rPr>
              <a:t>Участники:</a:t>
            </a:r>
          </a:p>
          <a:p>
            <a:pPr lvl="0">
              <a:lnSpc>
                <a:spcPts val="900"/>
              </a:lnSpc>
              <a:spcAft>
                <a:spcPts val="0"/>
              </a:spcAft>
            </a:pPr>
            <a:r>
              <a:rPr lang="ru-RU" sz="1000" dirty="0" smtClean="0">
                <a:solidFill>
                  <a:schemeClr val="tx1"/>
                </a:solidFill>
                <a:latin typeface="Fedra Sans Cond Pro Light" panose="02000506080000020004" pitchFamily="50" charset="0"/>
              </a:rPr>
              <a:t>13 стран 37 </a:t>
            </a:r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городов РФ</a:t>
            </a:r>
          </a:p>
        </p:txBody>
      </p:sp>
      <p:sp>
        <p:nvSpPr>
          <p:cNvPr id="48" name="Прямоугольник 47"/>
          <p:cNvSpPr/>
          <p:nvPr/>
        </p:nvSpPr>
        <p:spPr>
          <a:xfrm>
            <a:off x="4082660" y="2690751"/>
            <a:ext cx="1550849" cy="366190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900"/>
              </a:lnSpc>
            </a:pPr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Призеры и победители: </a:t>
            </a:r>
          </a:p>
          <a:p>
            <a:pPr>
              <a:lnSpc>
                <a:spcPts val="900"/>
              </a:lnSpc>
            </a:pPr>
            <a:r>
              <a:rPr lang="ru-RU" sz="1000" dirty="0">
                <a:solidFill>
                  <a:schemeClr val="tx1"/>
                </a:solidFill>
                <a:latin typeface="Fedra Sans Cond Pro Light" panose="02000506080000020004" pitchFamily="50" charset="0"/>
              </a:rPr>
              <a:t>170 чел.</a:t>
            </a:r>
          </a:p>
        </p:txBody>
      </p:sp>
    </p:spTree>
    <p:extLst>
      <p:ext uri="{BB962C8B-B14F-4D97-AF65-F5344CB8AC3E}">
        <p14:creationId xmlns:p14="http://schemas.microsoft.com/office/powerpoint/2010/main" val="13974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БЛОКИ С </a:t>
            </a:r>
            <a:r>
              <a:rPr lang="ru-RU" dirty="0"/>
              <a:t>ИНФОРМАЦИЕЙ. ВАРИАНТ 6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1121530" y="3761806"/>
            <a:ext cx="4680000" cy="2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9460A4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/>
          <p:cNvSpPr/>
          <p:nvPr/>
        </p:nvSpPr>
        <p:spPr>
          <a:xfrm>
            <a:off x="1261482" y="3849500"/>
            <a:ext cx="3345206" cy="1326105"/>
          </a:xfrm>
          <a:prstGeom prst="rect">
            <a:avLst/>
          </a:prstGeom>
          <a:noFill/>
          <a:ln w="19050">
            <a:noFill/>
          </a:ln>
        </p:spPr>
        <p:txBody>
          <a:bodyPr wrap="square" lIns="108000" tIns="108000" rIns="108000" bIns="108000">
            <a:spAutoFit/>
          </a:bodyPr>
          <a:lstStyle/>
          <a:p>
            <a:r>
              <a:rPr lang="ru-RU" sz="1200" dirty="0">
                <a:latin typeface="Fedra Sans Alt Pro Bold" panose="020B0804040000020004" pitchFamily="34" charset="0"/>
              </a:rPr>
              <a:t>Решение исследовательских </a:t>
            </a:r>
            <a:r>
              <a:rPr lang="ru-RU" sz="1200" dirty="0" smtClean="0">
                <a:latin typeface="Fedra Sans Alt Pro Bold" panose="020B0804040000020004" pitchFamily="34" charset="0"/>
              </a:rPr>
              <a:t>                     и </a:t>
            </a:r>
            <a:r>
              <a:rPr lang="ru-RU" sz="1200" dirty="0">
                <a:latin typeface="Fedra Sans Alt Pro Bold" panose="020B0804040000020004" pitchFamily="34" charset="0"/>
              </a:rPr>
              <a:t>научно-технических задач</a:t>
            </a:r>
            <a:r>
              <a:rPr lang="ru-RU" sz="1200" dirty="0" smtClean="0">
                <a:latin typeface="Fedra Sans Alt Pro Light" panose="020B0304040000020004" pitchFamily="34" charset="0"/>
              </a:rPr>
              <a:t>,           </a:t>
            </a:r>
            <a:r>
              <a:rPr lang="ru-RU" sz="1200" dirty="0">
                <a:latin typeface="Fedra Sans Alt Pro Light" panose="020B0304040000020004" pitchFamily="34" charset="0"/>
              </a:rPr>
              <a:t>актуальных для индустриальных партнеров</a:t>
            </a:r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r>
              <a:rPr lang="ru-RU" sz="1200" dirty="0">
                <a:latin typeface="Fedra Sans Alt Pro Light" panose="020B0304040000020004" pitchFamily="34" charset="0"/>
              </a:rPr>
              <a:t>и ГУС </a:t>
            </a:r>
            <a:r>
              <a:rPr lang="ru-RU" sz="1200" dirty="0" smtClean="0">
                <a:latin typeface="Fedra Sans Alt Pro Light" panose="020B0304040000020004" pitchFamily="34" charset="0"/>
              </a:rPr>
              <a:t>ТО, </a:t>
            </a:r>
            <a:r>
              <a:rPr lang="ru-RU" sz="1200" dirty="0">
                <a:latin typeface="Fedra Sans Alt Pro Light" panose="020B0304040000020004" pitchFamily="34" charset="0"/>
              </a:rPr>
              <a:t>с привлечением обучающихся, сотрудников и преподавателей </a:t>
            </a:r>
            <a:r>
              <a:rPr lang="ru-RU" sz="1200" dirty="0" smtClean="0">
                <a:latin typeface="Fedra Sans Alt Pro Light" panose="020B0304040000020004" pitchFamily="34" charset="0"/>
              </a:rPr>
              <a:t>Университета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413" y="5153045"/>
            <a:ext cx="432000" cy="432000"/>
          </a:xfrm>
          <a:prstGeom prst="rect">
            <a:avLst/>
          </a:prstGeom>
        </p:spPr>
      </p:pic>
      <p:sp>
        <p:nvSpPr>
          <p:cNvPr id="48" name="Прямоугольник 47"/>
          <p:cNvSpPr/>
          <p:nvPr/>
        </p:nvSpPr>
        <p:spPr>
          <a:xfrm>
            <a:off x="1126248" y="1268702"/>
            <a:ext cx="4680000" cy="2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9460A4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131" y="2700397"/>
            <a:ext cx="396000" cy="396000"/>
          </a:xfrm>
          <a:prstGeom prst="rect">
            <a:avLst/>
          </a:prstGeom>
        </p:spPr>
      </p:pic>
      <p:sp>
        <p:nvSpPr>
          <p:cNvPr id="54" name="Прямоугольник 53"/>
          <p:cNvSpPr/>
          <p:nvPr/>
        </p:nvSpPr>
        <p:spPr>
          <a:xfrm>
            <a:off x="1266200" y="1365857"/>
            <a:ext cx="3523654" cy="1510771"/>
          </a:xfrm>
          <a:prstGeom prst="rect">
            <a:avLst/>
          </a:prstGeom>
          <a:noFill/>
          <a:ln w="19050">
            <a:noFill/>
          </a:ln>
        </p:spPr>
        <p:txBody>
          <a:bodyPr wrap="square" lIns="108000" tIns="108000" rIns="108000" bIns="108000">
            <a:spAutoFit/>
          </a:bodyPr>
          <a:lstStyle/>
          <a:p>
            <a:r>
              <a:rPr lang="ru-RU" sz="1200" b="1" dirty="0" smtClean="0">
                <a:latin typeface="Fedra Sans Alt Pro Bold" panose="020B0804040000020004" pitchFamily="34" charset="0"/>
              </a:rPr>
              <a:t>Организация </a:t>
            </a:r>
            <a:r>
              <a:rPr lang="ru-RU" sz="1200" b="1" dirty="0">
                <a:latin typeface="Fedra Sans Alt Pro Bold" panose="020B0804040000020004" pitchFamily="34" charset="0"/>
              </a:rPr>
              <a:t>и проведение практических и лабораторных работ</a:t>
            </a:r>
            <a:r>
              <a:rPr lang="ru-RU" sz="1200" dirty="0">
                <a:latin typeface="Fedra Sans Alt Pro Light" panose="020B0304040000020004" pitchFamily="34" charset="0"/>
              </a:rPr>
              <a:t>, направленных на формирование у обучающихся </a:t>
            </a:r>
            <a:r>
              <a:rPr lang="ru-RU" sz="1200" dirty="0" smtClean="0">
                <a:latin typeface="Fedra Sans Alt Pro Light" panose="020B0304040000020004" pitchFamily="34" charset="0"/>
              </a:rPr>
              <a:t>профессиональных компетенций, высококвалифицированными </a:t>
            </a:r>
            <a:r>
              <a:rPr lang="ru-RU" sz="1200" dirty="0">
                <a:latin typeface="Fedra Sans Alt Pro Light" panose="020B0304040000020004" pitchFamily="34" charset="0"/>
              </a:rPr>
              <a:t>специалистами-практиками </a:t>
            </a:r>
            <a:r>
              <a:rPr lang="ru-RU" sz="1200" dirty="0" smtClean="0">
                <a:latin typeface="Fedra Sans Alt Pro Light" panose="020B0304040000020004" pitchFamily="34" charset="0"/>
              </a:rPr>
              <a:t>индустриальных партнеров и ГУС ТО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6407810" y="1268702"/>
            <a:ext cx="4680000" cy="2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9460A4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72" y="2700397"/>
            <a:ext cx="360000" cy="360000"/>
          </a:xfrm>
          <a:prstGeom prst="rect">
            <a:avLst/>
          </a:prstGeom>
        </p:spPr>
      </p:pic>
      <p:sp>
        <p:nvSpPr>
          <p:cNvPr id="55" name="Прямоугольник 54"/>
          <p:cNvSpPr/>
          <p:nvPr/>
        </p:nvSpPr>
        <p:spPr>
          <a:xfrm>
            <a:off x="6614910" y="1440050"/>
            <a:ext cx="2962275" cy="1141439"/>
          </a:xfrm>
          <a:prstGeom prst="rect">
            <a:avLst/>
          </a:prstGeom>
          <a:noFill/>
          <a:ln w="19050">
            <a:noFill/>
          </a:ln>
        </p:spPr>
        <p:txBody>
          <a:bodyPr wrap="square" lIns="108000" tIns="108000" rIns="108000" bIns="108000">
            <a:spAutoFit/>
          </a:bodyPr>
          <a:lstStyle/>
          <a:p>
            <a:r>
              <a:rPr lang="ru-RU" sz="1200" dirty="0">
                <a:latin typeface="Fedra Sans Alt Pro Bold" panose="020B0804040000020004" pitchFamily="34" charset="0"/>
              </a:rPr>
              <a:t>Участие в работе государственных аттестационных </a:t>
            </a:r>
            <a:r>
              <a:rPr lang="ru-RU" sz="1200" dirty="0" smtClean="0">
                <a:latin typeface="Fedra Sans Alt Pro Bold" panose="020B0804040000020004" pitchFamily="34" charset="0"/>
              </a:rPr>
              <a:t>комиссий (ГАК) </a:t>
            </a:r>
            <a:r>
              <a:rPr lang="ru-RU" sz="1200" dirty="0" smtClean="0">
                <a:latin typeface="Fedra Sans Alt Pro Light" panose="020B0304040000020004" pitchFamily="34" charset="0"/>
              </a:rPr>
              <a:t>и </a:t>
            </a:r>
            <a:r>
              <a:rPr lang="ru-RU" sz="1200" dirty="0">
                <a:latin typeface="Fedra Sans Alt Pro Light" panose="020B0304040000020004" pitchFamily="34" charset="0"/>
              </a:rPr>
              <a:t>итоговых аттестационных комиссий (ИАК</a:t>
            </a:r>
            <a:r>
              <a:rPr lang="ru-RU" sz="1200" dirty="0" smtClean="0">
                <a:latin typeface="Fedra Sans Alt Pro Light" panose="020B0304040000020004" pitchFamily="34" charset="0"/>
              </a:rPr>
              <a:t>)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6416519" y="3761806"/>
            <a:ext cx="4680000" cy="2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9460A4"/>
            </a:solidFill>
          </a:ln>
          <a:effectLst>
            <a:outerShdw blurRad="635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2" name="Рисунок 5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281" y="5153045"/>
            <a:ext cx="432000" cy="432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636320" y="3849500"/>
            <a:ext cx="2962274" cy="1141439"/>
          </a:xfrm>
          <a:prstGeom prst="rect">
            <a:avLst/>
          </a:prstGeom>
          <a:noFill/>
          <a:ln w="19050">
            <a:noFill/>
          </a:ln>
        </p:spPr>
        <p:txBody>
          <a:bodyPr wrap="square" lIns="108000" tIns="108000" rIns="108000" bIns="108000" rtlCol="0">
            <a:spAutoFit/>
          </a:bodyPr>
          <a:lstStyle/>
          <a:p>
            <a:r>
              <a:rPr lang="ru-RU" sz="1200" dirty="0" smtClean="0">
                <a:latin typeface="Fedra Sans Alt Pro Bold" panose="020B0804040000020004" pitchFamily="34" charset="0"/>
              </a:rPr>
              <a:t>Организация прохождения обучающимися всех видов практик </a:t>
            </a:r>
            <a:r>
              <a:rPr lang="ru-RU" sz="1200" dirty="0" smtClean="0">
                <a:latin typeface="Fedra Sans Alt Pro Light" panose="020B0304040000020004" pitchFamily="34" charset="0"/>
              </a:rPr>
              <a:t>на производственных площадках </a:t>
            </a:r>
            <a:r>
              <a:rPr lang="ru-RU" sz="1200" dirty="0">
                <a:latin typeface="Fedra Sans Alt Pro Light" panose="020B0304040000020004" pitchFamily="34" charset="0"/>
              </a:rPr>
              <a:t>индустриальных партнеров </a:t>
            </a:r>
            <a:r>
              <a:rPr lang="ru-RU" sz="1200" dirty="0" smtClean="0">
                <a:latin typeface="Fedra Sans Alt Pro Light" panose="020B0304040000020004" pitchFamily="34" charset="0"/>
              </a:rPr>
              <a:t>и </a:t>
            </a:r>
            <a:r>
              <a:rPr lang="ru-RU" sz="1200" dirty="0">
                <a:latin typeface="Fedra Sans Alt Pro Light" panose="020B0304040000020004" pitchFamily="34" charset="0"/>
              </a:rPr>
              <a:t>ГУС </a:t>
            </a:r>
            <a:r>
              <a:rPr lang="ru-RU" sz="1200" dirty="0" smtClean="0">
                <a:latin typeface="Fedra Sans Alt Pro Light" panose="020B0304040000020004" pitchFamily="34" charset="0"/>
              </a:rPr>
              <a:t>ТО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9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ТАЙМЛАЙН. ВАРИАНТ 1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10" name="Текст 7"/>
          <p:cNvSpPr txBox="1">
            <a:spLocks/>
          </p:cNvSpPr>
          <p:nvPr/>
        </p:nvSpPr>
        <p:spPr>
          <a:xfrm>
            <a:off x="541695" y="2120280"/>
            <a:ext cx="1600200" cy="32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029" indent="-228029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3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1pPr>
            <a:lvl2pPr marL="684086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4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2pPr>
            <a:lvl3pPr marL="1140143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5" b="1" i="0" kern="1200">
                <a:solidFill>
                  <a:schemeClr val="tx1"/>
                </a:solidFill>
                <a:latin typeface="Fedra Sans Alt Pro" charset="0"/>
                <a:ea typeface="Fedra Sans Alt Pro" charset="0"/>
                <a:cs typeface="Fedra Sans Alt Pro" charset="0"/>
              </a:defRPr>
            </a:lvl3pPr>
            <a:lvl4pPr marL="1596200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4pPr>
            <a:lvl5pPr marL="2052257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5pPr>
            <a:lvl6pPr marL="2508314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371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428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485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cap="all" dirty="0" smtClean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ГОД / СУММА</a:t>
            </a:r>
            <a:endParaRPr lang="ru-RU" sz="1400" dirty="0">
              <a:latin typeface="Fedra Sans Pro Bold" panose="020B0804040000020004" pitchFamily="34" charset="0"/>
              <a:ea typeface="+mn-ea"/>
              <a:cs typeface="+mn-cs"/>
            </a:endParaRPr>
          </a:p>
        </p:txBody>
      </p:sp>
      <p:sp>
        <p:nvSpPr>
          <p:cNvPr id="11" name="Текст 7"/>
          <p:cNvSpPr txBox="1">
            <a:spLocks/>
          </p:cNvSpPr>
          <p:nvPr/>
        </p:nvSpPr>
        <p:spPr>
          <a:xfrm>
            <a:off x="2791489" y="2120280"/>
            <a:ext cx="1600200" cy="32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029" indent="-228029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3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1pPr>
            <a:lvl2pPr marL="684086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4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2pPr>
            <a:lvl3pPr marL="1140143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5" b="1" i="0" kern="1200">
                <a:solidFill>
                  <a:schemeClr val="tx1"/>
                </a:solidFill>
                <a:latin typeface="Fedra Sans Alt Pro" charset="0"/>
                <a:ea typeface="Fedra Sans Alt Pro" charset="0"/>
                <a:cs typeface="Fedra Sans Alt Pro" charset="0"/>
              </a:defRPr>
            </a:lvl3pPr>
            <a:lvl4pPr marL="1596200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4pPr>
            <a:lvl5pPr marL="2052257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5pPr>
            <a:lvl6pPr marL="2508314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371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428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485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cap="all" dirty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ГОД / СУММА</a:t>
            </a:r>
            <a:endParaRPr lang="ru-RU" sz="1400" dirty="0">
              <a:latin typeface="Fedra Sans Pro Bold" panose="020B0804040000020004" pitchFamily="34" charset="0"/>
            </a:endParaRPr>
          </a:p>
        </p:txBody>
      </p:sp>
      <p:sp>
        <p:nvSpPr>
          <p:cNvPr id="12" name="Текст 7"/>
          <p:cNvSpPr txBox="1">
            <a:spLocks/>
          </p:cNvSpPr>
          <p:nvPr/>
        </p:nvSpPr>
        <p:spPr>
          <a:xfrm>
            <a:off x="5006446" y="2120280"/>
            <a:ext cx="1600200" cy="32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029" indent="-228029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3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1pPr>
            <a:lvl2pPr marL="684086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4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2pPr>
            <a:lvl3pPr marL="1140143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5" b="1" i="0" kern="1200">
                <a:solidFill>
                  <a:schemeClr val="tx1"/>
                </a:solidFill>
                <a:latin typeface="Fedra Sans Alt Pro" charset="0"/>
                <a:ea typeface="Fedra Sans Alt Pro" charset="0"/>
                <a:cs typeface="Fedra Sans Alt Pro" charset="0"/>
              </a:defRPr>
            </a:lvl3pPr>
            <a:lvl4pPr marL="1596200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4pPr>
            <a:lvl5pPr marL="2052257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5pPr>
            <a:lvl6pPr marL="2508314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371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428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485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cap="all" dirty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ГОД / СУММА</a:t>
            </a:r>
            <a:endParaRPr lang="ru-RU" sz="1400" dirty="0">
              <a:latin typeface="Fedra Sans Pro Bold" panose="020B0804040000020004" pitchFamily="34" charset="0"/>
            </a:endParaRPr>
          </a:p>
        </p:txBody>
      </p:sp>
      <p:sp>
        <p:nvSpPr>
          <p:cNvPr id="13" name="Текст 7"/>
          <p:cNvSpPr txBox="1">
            <a:spLocks/>
          </p:cNvSpPr>
          <p:nvPr/>
        </p:nvSpPr>
        <p:spPr>
          <a:xfrm>
            <a:off x="7465244" y="2120280"/>
            <a:ext cx="1600200" cy="32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029" indent="-228029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3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1pPr>
            <a:lvl2pPr marL="684086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4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2pPr>
            <a:lvl3pPr marL="1140143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5" b="1" i="0" kern="1200">
                <a:solidFill>
                  <a:schemeClr val="tx1"/>
                </a:solidFill>
                <a:latin typeface="Fedra Sans Alt Pro" charset="0"/>
                <a:ea typeface="Fedra Sans Alt Pro" charset="0"/>
                <a:cs typeface="Fedra Sans Alt Pro" charset="0"/>
              </a:defRPr>
            </a:lvl3pPr>
            <a:lvl4pPr marL="1596200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4pPr>
            <a:lvl5pPr marL="2052257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5pPr>
            <a:lvl6pPr marL="2508314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371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428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485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cap="all" dirty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ГОД / СУММА</a:t>
            </a:r>
            <a:endParaRPr lang="ru-RU" sz="1400" dirty="0">
              <a:latin typeface="Fedra Sans Pro Bold" panose="020B0804040000020004" pitchFamily="34" charset="0"/>
            </a:endParaRPr>
          </a:p>
        </p:txBody>
      </p:sp>
      <p:sp>
        <p:nvSpPr>
          <p:cNvPr id="14" name="Текст 7"/>
          <p:cNvSpPr txBox="1">
            <a:spLocks/>
          </p:cNvSpPr>
          <p:nvPr/>
        </p:nvSpPr>
        <p:spPr>
          <a:xfrm>
            <a:off x="9802111" y="2120280"/>
            <a:ext cx="1600200" cy="32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029" indent="-228029" algn="l" defTabSz="912114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3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1pPr>
            <a:lvl2pPr marL="684086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394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2pPr>
            <a:lvl3pPr marL="1140143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995" b="1" i="0" kern="1200">
                <a:solidFill>
                  <a:schemeClr val="tx1"/>
                </a:solidFill>
                <a:latin typeface="Fedra Sans Alt Pro" charset="0"/>
                <a:ea typeface="Fedra Sans Alt Pro" charset="0"/>
                <a:cs typeface="Fedra Sans Alt Pro" charset="0"/>
              </a:defRPr>
            </a:lvl3pPr>
            <a:lvl4pPr marL="1596200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4pPr>
            <a:lvl5pPr marL="2052257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b="0" i="0" kern="1200">
                <a:solidFill>
                  <a:schemeClr val="tx1"/>
                </a:solidFill>
                <a:latin typeface="Fedra Sans Alt Pro Light" charset="0"/>
                <a:ea typeface="Fedra Sans Alt Pro Light" charset="0"/>
                <a:cs typeface="Fedra Sans Alt Pro Light" charset="0"/>
              </a:defRPr>
            </a:lvl5pPr>
            <a:lvl6pPr marL="2508314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4371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428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6485" indent="-228029" algn="l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cap="all" dirty="0">
                <a:latin typeface="Fedra Sans Pro Bold" panose="020B0804040000020004" pitchFamily="34" charset="0"/>
                <a:ea typeface="Mayak" pitchFamily="34" charset="-52"/>
                <a:cs typeface="Courier New" panose="02070309020205020404" pitchFamily="49" charset="0"/>
              </a:rPr>
              <a:t>ГОД / СУММА</a:t>
            </a:r>
            <a:endParaRPr lang="ru-RU" sz="1400" dirty="0">
              <a:latin typeface="Fedra Sans Pro Bold" panose="020B0804040000020004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0" y="2543175"/>
            <a:ext cx="12168188" cy="0"/>
          </a:xfrm>
          <a:prstGeom prst="line">
            <a:avLst/>
          </a:prstGeom>
          <a:ln w="28575">
            <a:solidFill>
              <a:srgbClr val="9F70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/>
          <p:cNvSpPr/>
          <p:nvPr/>
        </p:nvSpPr>
        <p:spPr>
          <a:xfrm>
            <a:off x="600891" y="2471738"/>
            <a:ext cx="142875" cy="142875"/>
          </a:xfrm>
          <a:prstGeom prst="ellipse">
            <a:avLst/>
          </a:prstGeom>
          <a:solidFill>
            <a:srgbClr val="9F70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2824116" y="2471738"/>
            <a:ext cx="142875" cy="142875"/>
          </a:xfrm>
          <a:prstGeom prst="ellipse">
            <a:avLst/>
          </a:prstGeom>
          <a:solidFill>
            <a:srgbClr val="9F70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5021214" y="2471738"/>
            <a:ext cx="142875" cy="142875"/>
          </a:xfrm>
          <a:prstGeom prst="ellipse">
            <a:avLst/>
          </a:prstGeom>
          <a:solidFill>
            <a:srgbClr val="9F70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7523116" y="2471738"/>
            <a:ext cx="142875" cy="142875"/>
          </a:xfrm>
          <a:prstGeom prst="ellipse">
            <a:avLst/>
          </a:prstGeom>
          <a:solidFill>
            <a:srgbClr val="9F70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9859540" y="2471738"/>
            <a:ext cx="142875" cy="142875"/>
          </a:xfrm>
          <a:prstGeom prst="ellipse">
            <a:avLst/>
          </a:prstGeom>
          <a:solidFill>
            <a:srgbClr val="9F70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516890" y="2793459"/>
            <a:ext cx="141600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ТЕКСТ</a:t>
            </a:r>
            <a:endParaRPr lang="ru-RU" sz="1400" dirty="0" smtClean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колонкой</a:t>
            </a: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2791489" y="2787112"/>
            <a:ext cx="141600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ТЕКСТ</a:t>
            </a:r>
            <a:endParaRPr lang="ru-RU" sz="1400" dirty="0" smtClean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колонкой</a:t>
            </a: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006446" y="2780765"/>
            <a:ext cx="141600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ТЕКСТ</a:t>
            </a:r>
            <a:endParaRPr lang="ru-RU" sz="1400" dirty="0" smtClean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колонкой</a:t>
            </a: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7465244" y="2768071"/>
            <a:ext cx="141600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ТЕКСТ</a:t>
            </a:r>
            <a:endParaRPr lang="ru-RU" sz="1400" dirty="0" smtClean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колонкой</a:t>
            </a: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9802111" y="2761724"/>
            <a:ext cx="1416001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ТЕКСТ</a:t>
            </a:r>
            <a:endParaRPr lang="ru-RU" sz="1400" dirty="0" smtClean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 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</a:t>
            </a:r>
            <a:r>
              <a:rPr lang="ru-RU" sz="1200" dirty="0" smtClean="0">
                <a:latin typeface="Fedra Sans Alt Pro Light" panose="020B0304040000020004" pitchFamily="34" charset="0"/>
              </a:rPr>
              <a:t>колонкой.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Текст </a:t>
            </a:r>
            <a:r>
              <a:rPr lang="ru-RU" sz="1200" dirty="0">
                <a:latin typeface="Fedra Sans Alt Pro Light" panose="020B0304040000020004" pitchFamily="34" charset="0"/>
              </a:rPr>
              <a:t>узкой колонкой</a:t>
            </a:r>
          </a:p>
          <a:p>
            <a:r>
              <a:rPr lang="ru-RU" sz="1200" dirty="0" smtClean="0">
                <a:latin typeface="Fedra Sans Alt Pro Light" panose="020B0304040000020004" pitchFamily="34" charset="0"/>
              </a:rPr>
              <a:t> </a:t>
            </a:r>
            <a:endParaRPr lang="ru-RU" sz="1200" dirty="0">
              <a:latin typeface="Fedra Sans Alt Pro Light" panose="020B0304040000020004" pitchFamily="34" charset="0"/>
            </a:endParaRPr>
          </a:p>
          <a:p>
            <a:endParaRPr lang="ru-RU" sz="1200" dirty="0">
              <a:latin typeface="Fedra Sans Alt Pro Light" panose="020B030404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ТАЙМЛАЙН. ВАРИАНТ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19</a:t>
            </a:fld>
            <a:endParaRPr lang="ru-RU" dirty="0"/>
          </a:p>
        </p:txBody>
      </p:sp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98380"/>
              </p:ext>
            </p:extLst>
          </p:nvPr>
        </p:nvGraphicFramePr>
        <p:xfrm>
          <a:off x="882579" y="1350710"/>
          <a:ext cx="10401441" cy="45560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1980"/>
                <a:gridCol w="1227931"/>
                <a:gridCol w="1180306"/>
                <a:gridCol w="1180306"/>
                <a:gridCol w="1180306"/>
                <a:gridCol w="1180306"/>
                <a:gridCol w="1180306"/>
              </a:tblGrid>
              <a:tr h="38950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4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МЕРОПРИЯТИЕ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2022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2023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6167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ОКТЯБРЬ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НОЯБРЬ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ДЕКАБРЬ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ЯНВАРЬ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ФЕВРАЛЬ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effectLst/>
                          <a:latin typeface="Fedra Sans Pro Bold" panose="020B0804040000020004" pitchFamily="34" charset="0"/>
                        </a:rPr>
                        <a:t>МАРТ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Fedra Sans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0A4"/>
                    </a:solidFill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27.10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10.11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01.</a:t>
                      </a:r>
                      <a:r>
                        <a:rPr lang="en-US" sz="1600" dirty="0">
                          <a:effectLst/>
                          <a:latin typeface="Fedra Sans Alt Pro Bold" panose="020B0804040000020004" pitchFamily="34" charset="0"/>
                        </a:rPr>
                        <a:t>12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15.01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31.01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01.12-28.02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56977">
                <a:tc>
                  <a:txBody>
                    <a:bodyPr/>
                    <a:lstStyle/>
                    <a:p>
                      <a:pPr marL="0" marR="0" indent="0" algn="l" defTabSz="9121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127760" algn="l"/>
                        </a:tabLst>
                        <a:defRPr/>
                      </a:pPr>
                      <a:r>
                        <a:rPr lang="ru-RU" sz="1100" b="0" dirty="0" smtClean="0">
                          <a:solidFill>
                            <a:schemeClr val="tx1"/>
                          </a:solidFill>
                          <a:effectLst/>
                          <a:latin typeface="Fedra Sans Alt Pro Light" panose="020B0304040000020004" pitchFamily="34" charset="0"/>
                          <a:ea typeface="+mn-ea"/>
                          <a:cs typeface="+mn-cs"/>
                        </a:rPr>
                        <a:t>Текст</a:t>
                      </a:r>
                      <a:endParaRPr lang="ru-RU" sz="1100" b="0" dirty="0" smtClean="0">
                        <a:solidFill>
                          <a:schemeClr val="tx1"/>
                        </a:solidFill>
                        <a:effectLst/>
                        <a:latin typeface="Fedra Sans Alt Pro Light" panose="020B03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8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8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 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127760" algn="l"/>
                        </a:tabLst>
                      </a:pPr>
                      <a:r>
                        <a:rPr lang="ru-RU" sz="1600" dirty="0">
                          <a:effectLst/>
                          <a:latin typeface="Fedra Sans Alt Pro Bold" panose="020B0804040000020004" pitchFamily="34" charset="0"/>
                        </a:rPr>
                        <a:t>31.03</a:t>
                      </a:r>
                      <a:endParaRPr lang="ru-RU" sz="1600" dirty="0">
                        <a:effectLst/>
                        <a:latin typeface="Fedra Sans Alt Pro Bold" panose="020B0804040000020004" pitchFamily="34" charset="0"/>
                        <a:ea typeface="Calibri"/>
                        <a:cs typeface="Times New Roman"/>
                      </a:endParaRPr>
                    </a:p>
                  </a:txBody>
                  <a:tcPr marL="25926" marR="25926" marT="7200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ГЕОГРАФИЯ. ВАРИАНТ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 smtClean="0"/>
              <a:t>Приёмная кампания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2E4704E-B521-450C-A1A4-D2760A4D4429}"/>
              </a:ext>
            </a:extLst>
          </p:cNvPr>
          <p:cNvSpPr txBox="1"/>
          <p:nvPr/>
        </p:nvSpPr>
        <p:spPr>
          <a:xfrm>
            <a:off x="475051" y="2973836"/>
            <a:ext cx="2120103" cy="14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896" indent="-85896" defTabSz="913938">
              <a:lnSpc>
                <a:spcPts val="1303"/>
              </a:lnSpc>
              <a:spcAft>
                <a:spcPts val="401"/>
              </a:spcAft>
              <a:buFont typeface="Arial" panose="020B0604020202020204" pitchFamily="34" charset="0"/>
              <a:buChar char="•"/>
            </a:pPr>
            <a:r>
              <a:rPr lang="ru-RU" sz="1102" dirty="0">
                <a:solidFill>
                  <a:srgbClr val="000000"/>
                </a:solidFill>
                <a:latin typeface="Fedra Sans Alt Pro Light" panose="020B0304040000020004" pitchFamily="34" charset="0"/>
                <a:ea typeface="Montserrat"/>
                <a:cs typeface="Montserrat"/>
              </a:rPr>
              <a:t>практика</a:t>
            </a:r>
          </a:p>
          <a:p>
            <a:pPr marL="85896" indent="-85896" defTabSz="913938">
              <a:lnSpc>
                <a:spcPts val="1303"/>
              </a:lnSpc>
              <a:spcAft>
                <a:spcPts val="401"/>
              </a:spcAft>
              <a:buFont typeface="Arial" panose="020B0604020202020204" pitchFamily="34" charset="0"/>
              <a:buChar char="•"/>
            </a:pPr>
            <a:r>
              <a:rPr lang="ru-RU" sz="1102" dirty="0">
                <a:solidFill>
                  <a:srgbClr val="000000"/>
                </a:solidFill>
                <a:latin typeface="Fedra Sans Alt Pro Light" panose="020B0304040000020004" pitchFamily="34" charset="0"/>
                <a:ea typeface="Montserrat"/>
                <a:cs typeface="Montserrat"/>
              </a:rPr>
              <a:t>мероприятия                                  с участием предприятий</a:t>
            </a:r>
          </a:p>
          <a:p>
            <a:pPr marL="85896" indent="-85896" defTabSz="913938">
              <a:lnSpc>
                <a:spcPts val="1303"/>
              </a:lnSpc>
              <a:spcAft>
                <a:spcPts val="401"/>
              </a:spcAft>
              <a:buFont typeface="Arial" panose="020B0604020202020204" pitchFamily="34" charset="0"/>
              <a:buChar char="•"/>
            </a:pPr>
            <a:r>
              <a:rPr lang="ru-RU" sz="1102" dirty="0">
                <a:solidFill>
                  <a:srgbClr val="000000"/>
                </a:solidFill>
                <a:latin typeface="Fedra Sans Alt Pro Light" panose="020B0304040000020004" pitchFamily="34" charset="0"/>
                <a:ea typeface="Montserrat"/>
                <a:cs typeface="Montserrat"/>
              </a:rPr>
              <a:t>включенность                             в образовательный процесс</a:t>
            </a:r>
          </a:p>
          <a:p>
            <a:pPr marL="85896" indent="-85896" defTabSz="913938">
              <a:lnSpc>
                <a:spcPts val="1303"/>
              </a:lnSpc>
              <a:spcAft>
                <a:spcPts val="401"/>
              </a:spcAft>
              <a:buFont typeface="Arial" panose="020B0604020202020204" pitchFamily="34" charset="0"/>
              <a:buChar char="•"/>
            </a:pPr>
            <a:r>
              <a:rPr lang="ru-RU" sz="1102" dirty="0">
                <a:solidFill>
                  <a:srgbClr val="000000"/>
                </a:solidFill>
                <a:latin typeface="Fedra Sans Alt Pro Light" panose="020B0304040000020004" pitchFamily="34" charset="0"/>
                <a:ea typeface="Montserrat"/>
                <a:cs typeface="Montserrat"/>
              </a:rPr>
              <a:t>трудоустройство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9E60377-B196-48B2-A8B1-79DE4F0EC424}"/>
              </a:ext>
            </a:extLst>
          </p:cNvPr>
          <p:cNvSpPr txBox="1"/>
          <p:nvPr/>
        </p:nvSpPr>
        <p:spPr>
          <a:xfrm>
            <a:off x="518104" y="2644547"/>
            <a:ext cx="2518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Fedra Sans Alt Pro Bold" panose="020B0804040000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ТЕКСТ:</a:t>
            </a:r>
            <a:endParaRPr lang="ru-RU" sz="1600" dirty="0">
              <a:latin typeface="Fedra Sans Alt Pro Bold" panose="020B0804040000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Круг: прозрачная заливка 113">
            <a:extLst>
              <a:ext uri="{FF2B5EF4-FFF2-40B4-BE49-F238E27FC236}">
                <a16:creationId xmlns:a16="http://schemas.microsoft.com/office/drawing/2014/main" xmlns="" id="{D05413B4-6662-491C-87CF-7865A7D2E8E4}"/>
              </a:ext>
            </a:extLst>
          </p:cNvPr>
          <p:cNvSpPr/>
          <p:nvPr/>
        </p:nvSpPr>
        <p:spPr>
          <a:xfrm>
            <a:off x="6638567" y="1605362"/>
            <a:ext cx="4030167" cy="4030167"/>
          </a:xfrm>
          <a:prstGeom prst="donut">
            <a:avLst>
              <a:gd name="adj" fmla="val 878"/>
            </a:avLst>
          </a:prstGeom>
          <a:solidFill>
            <a:srgbClr val="006DF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99" b="1" dirty="0">
              <a:ln w="10541" cmpd="sng">
                <a:solidFill>
                  <a:schemeClr val="accent1">
                    <a:lumMod val="75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Fedra Sans Alt Pro Light" panose="020B03040400000200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C24F145D-2B00-48CB-8FC6-0BCA038DC2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rcRect t="3607"/>
          <a:stretch/>
        </p:blipFill>
        <p:spPr>
          <a:xfrm>
            <a:off x="2425948" y="1306778"/>
            <a:ext cx="7935814" cy="4442392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xmlns="" id="{5892DCE5-D464-4812-BB0F-F6A11B5DC229}"/>
              </a:ext>
            </a:extLst>
          </p:cNvPr>
          <p:cNvGrpSpPr/>
          <p:nvPr/>
        </p:nvGrpSpPr>
        <p:grpSpPr>
          <a:xfrm>
            <a:off x="4195196" y="2974422"/>
            <a:ext cx="1779876" cy="1994320"/>
            <a:chOff x="5609348" y="1972335"/>
            <a:chExt cx="1952720" cy="2187988"/>
          </a:xfr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xmlns="" id="{DD31C2E9-8ECB-4C7C-9A7A-DB79D6B5C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09348" y="1972335"/>
              <a:ext cx="1952720" cy="2187988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xmlns="" id="{87A66ECB-6ADC-4C27-B2BD-F08A71E33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biLevel thresh="75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253" y="1974239"/>
              <a:ext cx="1948799" cy="218359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1006B057-E597-4A98-A5A9-A231E37769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820234" y="3961675"/>
            <a:ext cx="681921" cy="3722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39E7605-78D8-42EF-9AB5-B7DA90917FBF}"/>
              </a:ext>
            </a:extLst>
          </p:cNvPr>
          <p:cNvSpPr txBox="1"/>
          <p:nvPr/>
        </p:nvSpPr>
        <p:spPr>
          <a:xfrm>
            <a:off x="8780523" y="1414802"/>
            <a:ext cx="2739964" cy="30822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585" indent="-285585">
              <a:buFont typeface="Wingdings" panose="05000000000000000000" pitchFamily="2" charset="2"/>
              <a:buChar char="Ø"/>
            </a:pPr>
            <a:r>
              <a:rPr lang="ru-RU" sz="1403" dirty="0" smtClean="0">
                <a:solidFill>
                  <a:schemeClr val="tx1"/>
                </a:solidFill>
                <a:latin typeface="Fedra Sans Alt Pro Bold" panose="020B0804040000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текст</a:t>
            </a:r>
            <a:endParaRPr lang="ru-RU" sz="1102" dirty="0">
              <a:solidFill>
                <a:schemeClr val="tx1"/>
              </a:solidFill>
              <a:latin typeface="Fedra Sans Alt Pro Bold" panose="020B0804040000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768;p39"/>
          <p:cNvPicPr preferRelativeResize="0"/>
          <p:nvPr/>
        </p:nvPicPr>
        <p:blipFill>
          <a:blip r:embed="rId14" cstate="print">
            <a:alphaModFix/>
          </a:blip>
          <a:stretch>
            <a:fillRect/>
          </a:stretch>
        </p:blipFill>
        <p:spPr>
          <a:xfrm>
            <a:off x="3578516" y="3919001"/>
            <a:ext cx="607010" cy="45421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887822" y="3842687"/>
            <a:ext cx="1134680" cy="24654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822463">
              <a:defRPr/>
            </a:pPr>
            <a:r>
              <a:rPr lang="ru-RU" sz="1002" dirty="0" smtClean="0">
                <a:latin typeface="Fedra Sans Alt Pro Light" panose="020B0304040000020004" pitchFamily="34" charset="0"/>
                <a:cs typeface="Arial" panose="020B0604020202020204" pitchFamily="34" charset="0"/>
              </a:rPr>
              <a:t>Текст</a:t>
            </a:r>
            <a:endParaRPr lang="en-US" sz="1002" dirty="0">
              <a:latin typeface="Fedra Sans Alt Pro Light" panose="020B03040400000200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87821" y="3445503"/>
            <a:ext cx="1134680" cy="339088"/>
          </a:xfrm>
          <a:prstGeom prst="rect">
            <a:avLst/>
          </a:prstGeom>
          <a:solidFill>
            <a:srgbClr val="9F70AD"/>
          </a:solidFill>
        </p:spPr>
        <p:txBody>
          <a:bodyPr wrap="square" rtlCol="0">
            <a:spAutoFit/>
          </a:bodyPr>
          <a:lstStyle/>
          <a:p>
            <a:pPr algn="ctr" defTabSz="822463">
              <a:defRPr/>
            </a:pPr>
            <a:r>
              <a:rPr lang="ru-RU" sz="1599" b="1" dirty="0" smtClean="0">
                <a:solidFill>
                  <a:sysClr val="window" lastClr="FFFFFF"/>
                </a:solidFill>
                <a:latin typeface="Fedra Sans Alt Pro Bold" panose="020B0804040000020004" pitchFamily="34" charset="0"/>
                <a:cs typeface="Arial" panose="020B0604020202020204" pitchFamily="34" charset="0"/>
              </a:rPr>
              <a:t>текст</a:t>
            </a:r>
            <a:endParaRPr lang="en-US" sz="1599" b="1" dirty="0">
              <a:solidFill>
                <a:sysClr val="window" lastClr="FFFFFF"/>
              </a:solidFill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45684" y="3445283"/>
            <a:ext cx="1194401" cy="339088"/>
          </a:xfrm>
          <a:prstGeom prst="rect">
            <a:avLst/>
          </a:prstGeom>
          <a:solidFill>
            <a:srgbClr val="164194"/>
          </a:solidFill>
        </p:spPr>
        <p:txBody>
          <a:bodyPr wrap="square" rtlCol="0">
            <a:spAutoFit/>
          </a:bodyPr>
          <a:lstStyle/>
          <a:p>
            <a:pPr algn="ctr" defTabSz="822463">
              <a:defRPr/>
            </a:pPr>
            <a:r>
              <a:rPr lang="ru-RU" sz="1599" b="1" dirty="0" smtClean="0">
                <a:solidFill>
                  <a:sysClr val="window" lastClr="FFFFFF"/>
                </a:solidFill>
                <a:latin typeface="Fedra Sans Alt Pro Bold" panose="020B0804040000020004" pitchFamily="34" charset="0"/>
                <a:cs typeface="Arial" panose="020B0604020202020204" pitchFamily="34" charset="0"/>
              </a:rPr>
              <a:t>текст</a:t>
            </a:r>
            <a:endParaRPr lang="en-US" sz="1599" b="1" dirty="0">
              <a:solidFill>
                <a:sysClr val="window" lastClr="FFFFFF"/>
              </a:solidFill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260386" y="3447318"/>
            <a:ext cx="1134681" cy="339088"/>
          </a:xfrm>
          <a:prstGeom prst="rect">
            <a:avLst/>
          </a:prstGeom>
          <a:solidFill>
            <a:srgbClr val="006DF2"/>
          </a:solidFill>
        </p:spPr>
        <p:txBody>
          <a:bodyPr wrap="square" rtlCol="0">
            <a:spAutoFit/>
          </a:bodyPr>
          <a:lstStyle/>
          <a:p>
            <a:pPr algn="ctr" defTabSz="822463">
              <a:defRPr/>
            </a:pPr>
            <a:r>
              <a:rPr lang="ru-RU" sz="1599" b="1" dirty="0" smtClean="0">
                <a:solidFill>
                  <a:sysClr val="window" lastClr="FFFFFF"/>
                </a:solidFill>
                <a:latin typeface="Fedra Sans Alt Pro Bold" panose="020B0804040000020004" pitchFamily="34" charset="0"/>
                <a:cs typeface="Arial" panose="020B0604020202020204" pitchFamily="34" charset="0"/>
              </a:rPr>
              <a:t>текст</a:t>
            </a:r>
            <a:endParaRPr lang="en-US" sz="1599" b="1" dirty="0">
              <a:solidFill>
                <a:sysClr val="window" lastClr="FFFFFF"/>
              </a:solidFill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050159" y="3842687"/>
            <a:ext cx="1134680" cy="24654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822463">
              <a:defRPr/>
            </a:pPr>
            <a:r>
              <a:rPr lang="ru-RU" sz="1002" dirty="0" smtClean="0">
                <a:latin typeface="Fedra Sans Alt Pro Light" panose="020B0304040000020004" pitchFamily="34" charset="0"/>
                <a:cs typeface="Arial" panose="020B0604020202020204" pitchFamily="34" charset="0"/>
              </a:rPr>
              <a:t>Текст</a:t>
            </a:r>
            <a:endParaRPr lang="en-US" sz="1002" dirty="0">
              <a:latin typeface="Fedra Sans Alt Pro Light" panose="020B03040400000200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212496" y="3842687"/>
            <a:ext cx="1134680" cy="24654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822463">
              <a:defRPr/>
            </a:pPr>
            <a:r>
              <a:rPr lang="ru-RU" sz="1002" dirty="0" smtClean="0">
                <a:latin typeface="Fedra Sans Alt Pro Light" panose="020B0304040000020004" pitchFamily="34" charset="0"/>
                <a:cs typeface="Arial" panose="020B0604020202020204" pitchFamily="34" charset="0"/>
              </a:rPr>
              <a:t>Текст</a:t>
            </a:r>
            <a:endParaRPr lang="en-US" sz="1002" dirty="0">
              <a:latin typeface="Fedra Sans Alt Pro Light" panose="020B030404000002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16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ГЕОГРАФИЯ. ВАРИАНТ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576264" y="6283906"/>
            <a:ext cx="4106763" cy="36419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/ </a:t>
            </a:r>
            <a:r>
              <a:rPr lang="ru-RU" dirty="0" smtClean="0"/>
              <a:t>Приёмная кампания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782646" y="6302067"/>
            <a:ext cx="2737842" cy="332414"/>
          </a:xfrm>
          <a:prstGeom prst="rect">
            <a:avLst/>
          </a:prstGeom>
        </p:spPr>
        <p:txBody>
          <a:bodyPr/>
          <a:lstStyle/>
          <a:p>
            <a:fld id="{674C6043-E933-254F-AF58-BD9BDD4CBC0E}" type="slidenum">
              <a:rPr lang="ru-RU" smtClean="0"/>
              <a:pPr/>
              <a:t>21</a:t>
            </a:fld>
            <a:endParaRPr lang="ru-RU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75" y="1835991"/>
            <a:ext cx="4536502" cy="2888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9" name="Соединительная линия уступом 28"/>
          <p:cNvCxnSpPr/>
          <p:nvPr/>
        </p:nvCxnSpPr>
        <p:spPr>
          <a:xfrm rot="10800000" flipH="1">
            <a:off x="3556910" y="1902428"/>
            <a:ext cx="715476" cy="1255148"/>
          </a:xfrm>
          <a:prstGeom prst="bentConnector4">
            <a:avLst>
              <a:gd name="adj1" fmla="val -287"/>
              <a:gd name="adj2" fmla="val 98872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cxnSp>
        <p:nvCxnSpPr>
          <p:cNvPr id="30" name="Соединительная линия уступом 29"/>
          <p:cNvCxnSpPr/>
          <p:nvPr/>
        </p:nvCxnSpPr>
        <p:spPr>
          <a:xfrm>
            <a:off x="4706928" y="3378317"/>
            <a:ext cx="807937" cy="317989"/>
          </a:xfrm>
          <a:prstGeom prst="bentConnector3">
            <a:avLst>
              <a:gd name="adj1" fmla="val 4081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cxnSp>
        <p:nvCxnSpPr>
          <p:cNvPr id="31" name="Соединительная линия уступом 30"/>
          <p:cNvCxnSpPr/>
          <p:nvPr/>
        </p:nvCxnSpPr>
        <p:spPr>
          <a:xfrm rot="10800000" flipV="1">
            <a:off x="1604374" y="3812522"/>
            <a:ext cx="824677" cy="331399"/>
          </a:xfrm>
          <a:prstGeom prst="bentConnector3">
            <a:avLst>
              <a:gd name="adj1" fmla="val 100094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cxnSp>
        <p:nvCxnSpPr>
          <p:cNvPr id="32" name="Соединительная линия уступом 31"/>
          <p:cNvCxnSpPr/>
          <p:nvPr/>
        </p:nvCxnSpPr>
        <p:spPr>
          <a:xfrm rot="5400000">
            <a:off x="2607051" y="4028245"/>
            <a:ext cx="965038" cy="486657"/>
          </a:xfrm>
          <a:prstGeom prst="bentConnector3">
            <a:avLst>
              <a:gd name="adj1" fmla="val 101075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cxnSp>
        <p:nvCxnSpPr>
          <p:cNvPr id="33" name="Соединительная линия уступом 32"/>
          <p:cNvCxnSpPr/>
          <p:nvPr/>
        </p:nvCxnSpPr>
        <p:spPr>
          <a:xfrm rot="16200000" flipH="1">
            <a:off x="3143745" y="4151680"/>
            <a:ext cx="1788690" cy="316300"/>
          </a:xfrm>
          <a:prstGeom prst="bentConnector3">
            <a:avLst>
              <a:gd name="adj1" fmla="val 100000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cxnSp>
        <p:nvCxnSpPr>
          <p:cNvPr id="34" name="Соединительная линия уступом 33"/>
          <p:cNvCxnSpPr/>
          <p:nvPr/>
        </p:nvCxnSpPr>
        <p:spPr>
          <a:xfrm rot="16200000" flipH="1">
            <a:off x="3841668" y="3659781"/>
            <a:ext cx="1311706" cy="546713"/>
          </a:xfrm>
          <a:prstGeom prst="bentConnector3">
            <a:avLst>
              <a:gd name="adj1" fmla="val 99289"/>
            </a:avLst>
          </a:prstGeom>
          <a:noFill/>
          <a:ln w="12700" cap="flat" cmpd="sng" algn="ctr">
            <a:solidFill>
              <a:srgbClr val="006DF2"/>
            </a:solidFill>
            <a:prstDash val="solid"/>
          </a:ln>
          <a:effectLst/>
        </p:spPr>
      </p:cxnSp>
      <p:sp>
        <p:nvSpPr>
          <p:cNvPr id="35" name="Блок-схема: узел 34"/>
          <p:cNvSpPr/>
          <p:nvPr/>
        </p:nvSpPr>
        <p:spPr>
          <a:xfrm>
            <a:off x="5453154" y="3639420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Блок-схема: узел 35"/>
          <p:cNvSpPr/>
          <p:nvPr/>
        </p:nvSpPr>
        <p:spPr>
          <a:xfrm>
            <a:off x="1549456" y="4096718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Блок-схема: узел 36"/>
          <p:cNvSpPr/>
          <p:nvPr/>
        </p:nvSpPr>
        <p:spPr>
          <a:xfrm>
            <a:off x="4107648" y="5142337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Блок-схема: узел 37"/>
          <p:cNvSpPr/>
          <p:nvPr/>
        </p:nvSpPr>
        <p:spPr>
          <a:xfrm>
            <a:off x="4710683" y="4521912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Блок-схема: узел 38"/>
          <p:cNvSpPr/>
          <p:nvPr/>
        </p:nvSpPr>
        <p:spPr>
          <a:xfrm>
            <a:off x="4164542" y="1855222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Блок-схема: узел 39"/>
          <p:cNvSpPr/>
          <p:nvPr/>
        </p:nvSpPr>
        <p:spPr>
          <a:xfrm>
            <a:off x="2774915" y="4709389"/>
            <a:ext cx="144000" cy="144000"/>
          </a:xfrm>
          <a:prstGeom prst="flowChartConnector">
            <a:avLst/>
          </a:prstGeom>
          <a:solidFill>
            <a:srgbClr val="006D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32"/>
            <a:endParaRPr lang="ru-RU" sz="19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4169427" y="4952523"/>
            <a:ext cx="21024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2,3</a:t>
            </a:r>
            <a:r>
              <a:rPr lang="ru-RU" sz="16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%</a:t>
            </a:r>
            <a:endParaRPr lang="en-US" sz="2000" b="1" dirty="0">
              <a:solidFill>
                <a:srgbClr val="006DF2"/>
              </a:solidFill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БЛИЖНИЙ ВОСТОК</a:t>
            </a:r>
            <a:endParaRPr lang="en-US" sz="1200" b="1" kern="0" dirty="0">
              <a:latin typeface="Fedra Sans Pro Bold" panose="020B0804040000020004" pitchFamily="34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1830929" y="4590829"/>
            <a:ext cx="16201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5,2</a:t>
            </a:r>
            <a:r>
              <a:rPr lang="en-US" sz="20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3</a:t>
            </a:r>
            <a:r>
              <a:rPr lang="ru-RU" sz="16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%</a:t>
            </a:r>
            <a:r>
              <a:rPr lang="ru-RU" sz="20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 </a:t>
            </a:r>
            <a:endParaRPr lang="en-US" sz="2000" b="1" dirty="0">
              <a:solidFill>
                <a:srgbClr val="006DF2"/>
              </a:solidFill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АФРИКА</a:t>
            </a:r>
            <a:endParaRPr lang="en-US" b="1" dirty="0"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4272603" y="1497878"/>
            <a:ext cx="10277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0,3</a:t>
            </a:r>
            <a:r>
              <a:rPr lang="ru-RU" sz="16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%</a:t>
            </a:r>
            <a:endParaRPr lang="en-US" sz="2000" b="1" kern="0" dirty="0">
              <a:solidFill>
                <a:srgbClr val="006DF2"/>
              </a:solidFill>
              <a:latin typeface="Fedra Sans Pro Bold" panose="020B0804040000020004" pitchFamily="34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ЕВРОПА</a:t>
            </a:r>
            <a:r>
              <a:rPr lang="ru-RU" sz="1200" b="1" kern="0" dirty="0" smtClean="0">
                <a:solidFill>
                  <a:srgbClr val="1F497D"/>
                </a:solidFill>
                <a:latin typeface="Fedra Sans Pro Bold" panose="020B0804040000020004" pitchFamily="34" charset="0"/>
              </a:rPr>
              <a:t> </a:t>
            </a:r>
            <a:endParaRPr lang="en-US" sz="1200" b="1" kern="0" dirty="0">
              <a:solidFill>
                <a:prstClr val="black">
                  <a:lumMod val="75000"/>
                  <a:lumOff val="25000"/>
                </a:prstClr>
              </a:solidFill>
              <a:latin typeface="Fedra Sans Pro Bold" panose="020B0804040000020004" pitchFamily="34" charset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507064" y="3685392"/>
            <a:ext cx="1660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1</a:t>
            </a:r>
            <a:r>
              <a:rPr lang="ru-RU" sz="1600" b="1" dirty="0">
                <a:solidFill>
                  <a:srgbClr val="006DF2"/>
                </a:solidFill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%</a:t>
            </a:r>
            <a:endParaRPr lang="en-US" sz="2400" b="1" dirty="0">
              <a:solidFill>
                <a:srgbClr val="006DF2"/>
              </a:solidFill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АМЕРИКА</a:t>
            </a:r>
            <a:endParaRPr lang="en-US" b="1" dirty="0">
              <a:solidFill>
                <a:srgbClr val="00A5DF"/>
              </a:solidFill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4793332" y="4366519"/>
            <a:ext cx="14972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</a:pPr>
            <a:r>
              <a:rPr lang="ru-RU" sz="20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87,7</a:t>
            </a:r>
            <a:r>
              <a:rPr lang="ru-RU" sz="14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%</a:t>
            </a:r>
            <a:endParaRPr lang="en-US" sz="1400" b="1" kern="0" dirty="0">
              <a:solidFill>
                <a:srgbClr val="006DF2"/>
              </a:solidFill>
              <a:latin typeface="Fedra Sans Pro Bold" panose="020B0804040000020004" pitchFamily="34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СНГ</a:t>
            </a:r>
            <a:endParaRPr lang="en-US" b="1" kern="0" dirty="0">
              <a:latin typeface="Fedra Sans Pro Bold" panose="020B0804040000020004" pitchFamily="34" charset="0"/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558486" y="3282908"/>
            <a:ext cx="997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3,</a:t>
            </a:r>
            <a:r>
              <a:rPr lang="ru-RU" sz="20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5</a:t>
            </a:r>
            <a:r>
              <a:rPr lang="ru-RU" sz="1600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%</a:t>
            </a:r>
            <a:r>
              <a:rPr lang="ru-RU" b="1" kern="0" dirty="0">
                <a:solidFill>
                  <a:srgbClr val="006DF2"/>
                </a:solidFill>
                <a:latin typeface="Fedra Sans Pro Bold" panose="020B0804040000020004" pitchFamily="34" charset="0"/>
              </a:rPr>
              <a:t> </a:t>
            </a:r>
            <a:endParaRPr lang="ru-RU" b="1" kern="0" dirty="0" smtClean="0">
              <a:solidFill>
                <a:srgbClr val="006DF2"/>
              </a:solidFill>
              <a:latin typeface="Fedra Sans Pro Bold" panose="020B0804040000020004" pitchFamily="34" charset="0"/>
            </a:endParaRPr>
          </a:p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kern="0" dirty="0" smtClean="0">
                <a:latin typeface="Fedra Sans Pro Bold" panose="020B0804040000020004" pitchFamily="34" charset="0"/>
              </a:rPr>
              <a:t>АЗИЯ</a:t>
            </a:r>
            <a:endParaRPr lang="en-US" sz="1400" b="1" kern="0" dirty="0">
              <a:latin typeface="Fedra Sans Pro Bold" panose="020B0804040000020004" pitchFamily="34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7555210" y="3585209"/>
            <a:ext cx="23631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600" dirty="0"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СТРАНЫ-ПАРТНЕРЫ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2259" y="4056476"/>
            <a:ext cx="1512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Китай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Вьетнам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Монголия 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8745809" y="4056197"/>
            <a:ext cx="184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Филиппины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Индия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kern="0" dirty="0" smtClean="0">
                <a:solidFill>
                  <a:sysClr val="windowText" lastClr="000000"/>
                </a:solidFill>
                <a:latin typeface="Fedra Sans Cond Pro Light" panose="02000506080000020004" pitchFamily="50" charset="0"/>
              </a:rPr>
              <a:t>Индонезия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edra Sans Cond Pro Light" panose="02000506080000020004" pitchFamily="50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7555210" y="1534204"/>
            <a:ext cx="2698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КЛЮЧЕВЫЕ  </a:t>
            </a:r>
            <a:r>
              <a:rPr lang="ru-RU" sz="1600" b="1" dirty="0" smtClean="0">
                <a:latin typeface="Fedra Sans Alt Pro Bold" panose="020B0804040000020004" pitchFamily="34" charset="0"/>
                <a:ea typeface="Fedra Sans Condensed Pro" charset="0"/>
                <a:cs typeface="Fedra Sans Condensed Pro" charset="0"/>
              </a:rPr>
              <a:t>РЕГИОНЫ</a:t>
            </a:r>
            <a:endParaRPr lang="ru-RU" sz="1600" b="1" dirty="0">
              <a:latin typeface="Fedra Sans Alt Pro Bold" panose="020B0804040000020004" pitchFamily="34" charset="0"/>
              <a:ea typeface="Fedra Sans Condensed Pro" charset="0"/>
              <a:cs typeface="Fedra Sans Condensed Pro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7555210" y="2033015"/>
            <a:ext cx="14830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Восточная </a:t>
            </a:r>
            <a:r>
              <a:rPr lang="ru-RU" sz="1200" kern="0" dirty="0">
                <a:solidFill>
                  <a:sysClr val="windowText" lastClr="000000"/>
                </a:solidFill>
                <a:latin typeface="Fedra Sans Cond Pro Light" panose="02000506080000020004" pitchFamily="50" charset="0"/>
              </a:rPr>
              <a:t>А</a:t>
            </a:r>
            <a:r>
              <a:rPr kumimoji="0" lang="ru-RU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зия</a:t>
            </a:r>
            <a:endParaRPr kumimoji="0" lang="ru-RU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edra Sans Cond Pro Light" panose="02000506080000020004" pitchFamily="50" charset="0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Юго-восточная </a:t>
            </a:r>
            <a:r>
              <a:rPr lang="ru-RU" sz="1200" kern="0" dirty="0" err="1">
                <a:solidFill>
                  <a:sysClr val="windowText" lastClr="000000"/>
                </a:solidFill>
                <a:latin typeface="Fedra Sans Cond Pro Light" panose="02000506080000020004" pitchFamily="50" charset="0"/>
              </a:rPr>
              <a:t>А</a:t>
            </a:r>
            <a:r>
              <a:rPr kumimoji="0" lang="ru-RU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зия</a:t>
            </a: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 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Южная </a:t>
            </a:r>
            <a:r>
              <a:rPr lang="ru-RU" sz="1200" kern="0" noProof="0" dirty="0" smtClean="0">
                <a:solidFill>
                  <a:sysClr val="windowText" lastClr="000000"/>
                </a:solidFill>
                <a:latin typeface="Fedra Sans Cond Pro Light" panose="02000506080000020004" pitchFamily="50" charset="0"/>
              </a:rPr>
              <a:t>А</a:t>
            </a:r>
            <a:r>
              <a:rPr kumimoji="0" lang="ru-RU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зия  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edra Sans Cond Pro Light" panose="0200050608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39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84270" y="1938598"/>
            <a:ext cx="673621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700"/>
              </a:lnSpc>
            </a:pPr>
            <a:r>
              <a:rPr lang="ru-RU" sz="1200" dirty="0" smtClean="0">
                <a:latin typeface="Fedra Sans Alt Pro Light" panose="020B0304040000020004" pitchFamily="34" charset="0"/>
              </a:rPr>
              <a:t>Текст</a:t>
            </a:r>
            <a:endParaRPr lang="ru-RU" sz="1200" b="1" dirty="0">
              <a:latin typeface="Fedra Sans Alt Pro Light" panose="020B03040400000200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784271" y="3572492"/>
            <a:ext cx="6736218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lvl="0" indent="-174625">
              <a:lnSpc>
                <a:spcPts val="1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latin typeface="Fedra Sans Alt Pro Light" panose="020B0304040000020004" pitchFamily="34" charset="0"/>
              </a:rPr>
              <a:t>Текст</a:t>
            </a:r>
          </a:p>
          <a:p>
            <a:pPr marL="174625" indent="-174625">
              <a:lnSpc>
                <a:spcPts val="1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Fedra Sans Alt Pro Light" panose="020B0304040000020004" pitchFamily="34" charset="0"/>
              </a:rPr>
              <a:t>Текст</a:t>
            </a:r>
          </a:p>
          <a:p>
            <a:pPr marL="174625" indent="-174625">
              <a:lnSpc>
                <a:spcPts val="1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Fedra Sans Alt Pro Light" panose="020B0304040000020004" pitchFamily="34" charset="0"/>
              </a:rPr>
              <a:t>Текст</a:t>
            </a:r>
          </a:p>
          <a:p>
            <a:pPr marL="174625" indent="-174625">
              <a:lnSpc>
                <a:spcPts val="1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Fedra Sans Alt Pro Light" panose="020B0304040000020004" pitchFamily="34" charset="0"/>
              </a:rPr>
              <a:t>Текст</a:t>
            </a:r>
          </a:p>
          <a:p>
            <a:pPr marL="174625" indent="-174625">
              <a:lnSpc>
                <a:spcPts val="1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latin typeface="Fedra Sans Alt Pro Light" panose="020B0304040000020004" pitchFamily="34" charset="0"/>
              </a:rPr>
              <a:t>Текст</a:t>
            </a:r>
            <a:endParaRPr lang="ru-RU" sz="1200" dirty="0">
              <a:latin typeface="Fedra Sans Alt Pro Light" panose="020B03040400000200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84270" y="3150426"/>
            <a:ext cx="67362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600" dirty="0" smtClean="0">
                <a:latin typeface="Fedra Sans Alt Pro Bold" panose="020B0804040000020004" pitchFamily="34" charset="0"/>
              </a:rPr>
              <a:t>ОСНОВНЫЕ</a:t>
            </a:r>
            <a:r>
              <a:rPr lang="ru-RU" sz="1600" b="1" dirty="0" smtClean="0">
                <a:latin typeface="Fedra Sans Alt Pro Bold" panose="020B0804040000020004" pitchFamily="34" charset="0"/>
              </a:rPr>
              <a:t> ЗАДАЧИ:</a:t>
            </a:r>
            <a:endParaRPr lang="ru-RU" sz="1600" b="1" dirty="0">
              <a:latin typeface="Fedra Sans Alt Pro Bold" panose="020B08040400000200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784270" y="1530946"/>
            <a:ext cx="8354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ru-RU" sz="1600" b="1" dirty="0" smtClean="0">
                <a:latin typeface="Fedra Sans Alt Pro Bold" panose="020B0804040000020004" pitchFamily="34" charset="0"/>
              </a:rPr>
              <a:t>ЦЕЛЬ:</a:t>
            </a:r>
            <a:endParaRPr lang="ru-RU" sz="1600" b="1" dirty="0">
              <a:latin typeface="Fedra Sans Alt Pro Bold" panose="020B08040400000200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99879">
            <a:off x="1478047" y="2111367"/>
            <a:ext cx="2078118" cy="20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ТАБЛИЦА. ВАРИАНТ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23</a:t>
            </a:fld>
            <a:endParaRPr lang="ru-RU" dirty="0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="" xmlns:a16="http://schemas.microsoft.com/office/drawing/2014/main" id="{E56BD332-EBEC-4256-BD03-B40DC5EE7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008262"/>
              </p:ext>
            </p:extLst>
          </p:nvPr>
        </p:nvGraphicFramePr>
        <p:xfrm>
          <a:off x="576265" y="1187450"/>
          <a:ext cx="10944223" cy="4573587"/>
        </p:xfrm>
        <a:graphic>
          <a:graphicData uri="http://schemas.openxmlformats.org/drawingml/2006/table">
            <a:tbl>
              <a:tblPr/>
              <a:tblGrid>
                <a:gridCol w="4135435">
                  <a:extLst>
                    <a:ext uri="{9D8B030D-6E8A-4147-A177-3AD203B41FA5}">
                      <a16:colId xmlns="" xmlns:a16="http://schemas.microsoft.com/office/drawing/2014/main" val="1485694647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203201535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761838882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2353109328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2473327614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405839318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415983364"/>
                    </a:ext>
                  </a:extLst>
                </a:gridCol>
                <a:gridCol w="972684">
                  <a:extLst>
                    <a:ext uri="{9D8B030D-6E8A-4147-A177-3AD203B41FA5}">
                      <a16:colId xmlns="" xmlns:a16="http://schemas.microsoft.com/office/drawing/2014/main" val="2881063307"/>
                    </a:ext>
                  </a:extLst>
                </a:gridCol>
              </a:tblGrid>
              <a:tr h="810343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2114" rtl="0" eaLnBrk="1" fontAlgn="ctr" latinLnBrk="0" hangingPunct="1"/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  <a:endParaRPr lang="ru-RU" sz="1050" b="0" i="0" kern="1200" dirty="0">
                        <a:solidFill>
                          <a:schemeClr val="lt1"/>
                        </a:solidFill>
                        <a:latin typeface="Fedra Sans Cond Pro Light" panose="02000506080000020004" pitchFamily="50" charset="0"/>
                        <a:ea typeface="Fedra Sans Alt Pro Light" charset="0"/>
                        <a:cs typeface="Fedra Sans Alt Pro Light" charset="0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74010767"/>
                  </a:ext>
                </a:extLst>
              </a:tr>
              <a:tr h="940811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14877578"/>
                  </a:ext>
                </a:extLst>
              </a:tr>
              <a:tr h="940811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39903667"/>
                  </a:ext>
                </a:extLst>
              </a:tr>
              <a:tr h="940811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36377019"/>
                  </a:ext>
                </a:extLst>
              </a:tr>
              <a:tr h="940811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548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22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ТАБЛИЦА. ВАРИАНТ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24</a:t>
            </a:fld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="" xmlns:a16="http://schemas.microsoft.com/office/drawing/2014/main" id="{E56BD332-EBEC-4256-BD03-B40DC5EE7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45732"/>
              </p:ext>
            </p:extLst>
          </p:nvPr>
        </p:nvGraphicFramePr>
        <p:xfrm>
          <a:off x="576264" y="1187451"/>
          <a:ext cx="10944226" cy="4573589"/>
        </p:xfrm>
        <a:graphic>
          <a:graphicData uri="http://schemas.openxmlformats.org/drawingml/2006/table">
            <a:tbl>
              <a:tblPr/>
              <a:tblGrid>
                <a:gridCol w="3836710">
                  <a:extLst>
                    <a:ext uri="{9D8B030D-6E8A-4147-A177-3AD203B41FA5}">
                      <a16:colId xmlns="" xmlns:a16="http://schemas.microsoft.com/office/drawing/2014/main" val="1485694647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203201535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761838882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2353109328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2473327614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405839318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415983364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2881063307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3642581903"/>
                    </a:ext>
                  </a:extLst>
                </a:gridCol>
                <a:gridCol w="789724">
                  <a:extLst>
                    <a:ext uri="{9D8B030D-6E8A-4147-A177-3AD203B41FA5}">
                      <a16:colId xmlns="" xmlns:a16="http://schemas.microsoft.com/office/drawing/2014/main" val="1007283118"/>
                    </a:ext>
                  </a:extLst>
                </a:gridCol>
              </a:tblGrid>
              <a:tr h="816749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2114" rtl="0" eaLnBrk="1" fontAlgn="ctr" latinLnBrk="0" hangingPunct="1"/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  <a:endParaRPr lang="ru-RU" sz="1050" b="0" i="0" kern="1200" dirty="0">
                        <a:solidFill>
                          <a:schemeClr val="lt1"/>
                        </a:solidFill>
                        <a:latin typeface="Fedra Sans Cond Pro Light" panose="02000506080000020004" pitchFamily="50" charset="0"/>
                        <a:ea typeface="Fedra Sans Alt Pro Light" charset="0"/>
                        <a:cs typeface="Fedra Sans Alt Pro Light" charset="0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211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i="0" kern="1200" dirty="0" smtClean="0">
                          <a:solidFill>
                            <a:schemeClr val="lt1"/>
                          </a:solidFill>
                          <a:latin typeface="Fedra Sans Cond Pro Light" panose="02000506080000020004" pitchFamily="50" charset="0"/>
                          <a:ea typeface="Fedra Sans Alt Pro Light" charset="0"/>
                          <a:cs typeface="Fedra Sans Alt Pro Light" charset="0"/>
                        </a:rPr>
                        <a:t>Текст</a:t>
                      </a:r>
                    </a:p>
                  </a:txBody>
                  <a:tcPr marL="848" marR="848" marT="848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70A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74010767"/>
                  </a:ext>
                </a:extLst>
              </a:tr>
              <a:tr h="795118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en-US" sz="1000" b="0" u="none" strike="noStrike" kern="1200" dirty="0" smtClean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 latinLnBrk="0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89" marR="889" marT="889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14877578"/>
                  </a:ext>
                </a:extLst>
              </a:tr>
              <a:tr h="795118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39903667"/>
                  </a:ext>
                </a:extLst>
              </a:tr>
              <a:tr h="795118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36377019"/>
                  </a:ext>
                </a:extLst>
              </a:tr>
              <a:tr h="795118"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6057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2114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68171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4228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0285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36342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2399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48456" algn="l" defTabSz="912114" rtl="0" eaLnBrk="1" latinLnBrk="0" hangingPunct="1">
                        <a:defRPr sz="1795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5483503"/>
                  </a:ext>
                </a:extLst>
              </a:tr>
              <a:tr h="57636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b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Fedra Sans Cond Pro Light" panose="02000506080000020004" pitchFamily="50" charset="0"/>
                          <a:ea typeface="+mn-ea"/>
                          <a:cs typeface="+mn-cs"/>
                        </a:rPr>
                        <a:t>ИТОГО</a:t>
                      </a:r>
                      <a:endParaRPr lang="ru-RU" sz="1800" b="0" u="none" strike="noStrike" kern="1200" dirty="0">
                        <a:solidFill>
                          <a:schemeClr val="bg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144000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0" u="none" strike="noStrike" kern="1200" dirty="0">
                        <a:solidFill>
                          <a:schemeClr val="dk1"/>
                        </a:solidFill>
                        <a:effectLst/>
                        <a:latin typeface="Fedra Sans Cond Pro Light" panose="02000506080000020004" pitchFamily="50" charset="0"/>
                        <a:ea typeface="+mn-ea"/>
                        <a:cs typeface="+mn-cs"/>
                      </a:endParaRPr>
                    </a:p>
                  </a:txBody>
                  <a:tcPr marL="848" marR="848" marT="848" marB="0" anchor="ctr">
                    <a:lnL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D78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788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70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ГРАФИКИ. ВАРИАНТ 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25</a:t>
            </a:fld>
            <a:endParaRPr lang="ru-RU" dirty="0"/>
          </a:p>
        </p:txBody>
      </p:sp>
      <p:grpSp>
        <p:nvGrpSpPr>
          <p:cNvPr id="19" name="Группа 18"/>
          <p:cNvGrpSpPr/>
          <p:nvPr/>
        </p:nvGrpSpPr>
        <p:grpSpPr>
          <a:xfrm>
            <a:off x="576263" y="1496785"/>
            <a:ext cx="4800706" cy="1800580"/>
            <a:chOff x="889474" y="4055153"/>
            <a:chExt cx="3892860" cy="1628807"/>
          </a:xfrm>
        </p:grpSpPr>
        <p:graphicFrame>
          <p:nvGraphicFramePr>
            <p:cNvPr id="20" name="Диаграмма 19"/>
            <p:cNvGraphicFramePr/>
            <p:nvPr>
              <p:extLst>
                <p:ext uri="{D42A27DB-BD31-4B8C-83A1-F6EECF244321}">
                  <p14:modId xmlns:p14="http://schemas.microsoft.com/office/powerpoint/2010/main" val="213475389"/>
                </p:ext>
              </p:extLst>
            </p:nvPr>
          </p:nvGraphicFramePr>
          <p:xfrm>
            <a:off x="889474" y="4149883"/>
            <a:ext cx="1870069" cy="138654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1" name="Диаграмма 20"/>
            <p:cNvGraphicFramePr/>
            <p:nvPr>
              <p:extLst>
                <p:ext uri="{D42A27DB-BD31-4B8C-83A1-F6EECF244321}">
                  <p14:modId xmlns:p14="http://schemas.microsoft.com/office/powerpoint/2010/main" val="2992554178"/>
                </p:ext>
              </p:extLst>
            </p:nvPr>
          </p:nvGraphicFramePr>
          <p:xfrm>
            <a:off x="2351609" y="4149883"/>
            <a:ext cx="1870069" cy="138654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Прямоугольник 21"/>
            <p:cNvSpPr/>
            <p:nvPr/>
          </p:nvSpPr>
          <p:spPr>
            <a:xfrm>
              <a:off x="2920070" y="5430044"/>
              <a:ext cx="997389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050" b="1" dirty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2022-2023 </a:t>
              </a:r>
              <a:r>
                <a:rPr lang="ru-RU" sz="1050" b="1" dirty="0" err="1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уч.г</a:t>
              </a:r>
              <a:r>
                <a:rPr lang="ru-RU" sz="1050" b="1" dirty="0" smtClean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.</a:t>
              </a:r>
              <a:endParaRPr lang="ru-RU" dirty="0">
                <a:solidFill>
                  <a:srgbClr val="000000"/>
                </a:solidFill>
                <a:latin typeface="Fedra Sans Cond Pro Medium" panose="02000606040000020004" pitchFamily="50" charset="0"/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1428524" y="5426514"/>
              <a:ext cx="986167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050" b="1" dirty="0" smtClean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2021-2022 </a:t>
              </a:r>
              <a:r>
                <a:rPr lang="ru-RU" sz="1050" b="1" dirty="0" err="1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уч.г</a:t>
              </a:r>
              <a:r>
                <a:rPr lang="ru-RU" sz="1050" b="1" dirty="0" smtClean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.</a:t>
              </a:r>
              <a:endParaRPr lang="ru-RU" dirty="0">
                <a:solidFill>
                  <a:srgbClr val="000000"/>
                </a:solidFill>
                <a:latin typeface="Fedra Sans Cond Pro Medium" panose="02000606040000020004" pitchFamily="50" charset="0"/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964021" y="4055153"/>
              <a:ext cx="18473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ru-RU" sz="105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4293939" y="4543425"/>
              <a:ext cx="142875" cy="142875"/>
            </a:xfrm>
            <a:prstGeom prst="rect">
              <a:avLst/>
            </a:prstGeom>
            <a:solidFill>
              <a:srgbClr val="006D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FFFF"/>
                </a:solidFill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4293939" y="4843462"/>
              <a:ext cx="142875" cy="1428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FFFFFF"/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4427211" y="4487904"/>
              <a:ext cx="334325" cy="2296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050" dirty="0" smtClean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ЗФО</a:t>
              </a:r>
              <a:endParaRPr lang="ru-RU" dirty="0">
                <a:solidFill>
                  <a:srgbClr val="000000"/>
                </a:solidFill>
                <a:latin typeface="Fedra Sans Cond Pro Medium" panose="02000606040000020004" pitchFamily="50" charset="0"/>
              </a:endParaRPr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4427211" y="4787941"/>
              <a:ext cx="355123" cy="2296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050" dirty="0" smtClean="0">
                  <a:solidFill>
                    <a:srgbClr val="000000"/>
                  </a:solidFill>
                  <a:latin typeface="Fedra Sans Cond Pro Medium" panose="02000606040000020004" pitchFamily="50" charset="0"/>
                  <a:ea typeface="Arial"/>
                  <a:cs typeface="Arial"/>
                  <a:sym typeface="Arial"/>
                </a:rPr>
                <a:t>ОФО</a:t>
              </a:r>
              <a:endParaRPr lang="ru-RU" dirty="0">
                <a:solidFill>
                  <a:srgbClr val="000000"/>
                </a:solidFill>
                <a:latin typeface="Fedra Sans Cond Pro Medium" panose="02000606040000020004" pitchFamily="50" charset="0"/>
              </a:endParaRPr>
            </a:p>
          </p:txBody>
        </p:sp>
      </p:grpSp>
      <p:sp>
        <p:nvSpPr>
          <p:cNvPr id="32" name="Прямоугольник 31"/>
          <p:cNvSpPr/>
          <p:nvPr/>
        </p:nvSpPr>
        <p:spPr>
          <a:xfrm>
            <a:off x="593198" y="1201352"/>
            <a:ext cx="4805362" cy="360000"/>
          </a:xfrm>
          <a:prstGeom prst="rect">
            <a:avLst/>
          </a:prstGeom>
          <a:solidFill>
            <a:srgbClr val="9F70A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784863" y="1221907"/>
            <a:ext cx="18069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>
                <a:latin typeface="Fedra Sans Pro Bold" panose="020B0804040000020004" pitchFamily="34" charset="0"/>
              </a:rPr>
              <a:t>ПОДЗАГОЛОВОК</a:t>
            </a:r>
            <a:endParaRPr lang="ru-RU" sz="1400" dirty="0">
              <a:latin typeface="Fedra Sans Pro Bold" panose="020B0804040000020004" pitchFamily="34" charset="0"/>
            </a:endParaRPr>
          </a:p>
        </p:txBody>
      </p:sp>
      <p:graphicFrame>
        <p:nvGraphicFramePr>
          <p:cNvPr id="34" name="Диаграмма 33"/>
          <p:cNvGraphicFramePr/>
          <p:nvPr>
            <p:extLst>
              <p:ext uri="{D42A27DB-BD31-4B8C-83A1-F6EECF244321}">
                <p14:modId xmlns:p14="http://schemas.microsoft.com/office/powerpoint/2010/main" val="1131161553"/>
              </p:ext>
            </p:extLst>
          </p:nvPr>
        </p:nvGraphicFramePr>
        <p:xfrm>
          <a:off x="496093" y="4606623"/>
          <a:ext cx="5049893" cy="1044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" name="Группа 2"/>
          <p:cNvGrpSpPr/>
          <p:nvPr/>
        </p:nvGrpSpPr>
        <p:grpSpPr>
          <a:xfrm>
            <a:off x="600528" y="4042820"/>
            <a:ext cx="4805362" cy="360000"/>
            <a:chOff x="6116099" y="1144858"/>
            <a:chExt cx="4805362" cy="396000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6116099" y="1144858"/>
              <a:ext cx="4805362" cy="396000"/>
            </a:xfrm>
            <a:prstGeom prst="rect">
              <a:avLst/>
            </a:prstGeom>
            <a:solidFill>
              <a:srgbClr val="9F70AD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6275228" y="1176894"/>
              <a:ext cx="1806905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400" dirty="0" smtClean="0">
                  <a:latin typeface="Fedra Sans Pro Bold" panose="020B0804040000020004" pitchFamily="34" charset="0"/>
                </a:rPr>
                <a:t>ПОДЗАГОЛОВОК</a:t>
              </a:r>
              <a:endParaRPr lang="ru-RU" sz="1400" dirty="0">
                <a:latin typeface="Fedra Sans Pro Bold" panose="020B0804040000020004" pitchFamily="34" charset="0"/>
              </a:endParaRPr>
            </a:p>
          </p:txBody>
        </p:sp>
      </p:grpSp>
      <p:sp>
        <p:nvSpPr>
          <p:cNvPr id="40" name="Title 3"/>
          <p:cNvSpPr txBox="1">
            <a:spLocks/>
          </p:cNvSpPr>
          <p:nvPr/>
        </p:nvSpPr>
        <p:spPr>
          <a:xfrm>
            <a:off x="8321458" y="2846919"/>
            <a:ext cx="2464625" cy="407430"/>
          </a:xfrm>
          <a:prstGeom prst="rect">
            <a:avLst/>
          </a:prstGeom>
        </p:spPr>
        <p:txBody>
          <a:bodyPr vert="horz" lIns="91408" tIns="45704" rIns="91408" bIns="45704" rtlCol="0" anchor="ctr">
            <a:noAutofit/>
          </a:bodyPr>
          <a:lstStyle>
            <a:lvl1pPr algn="ctr" defTabSz="121875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dirty="0" smtClean="0">
                <a:latin typeface="Fedra Sans Cond Pro Light" panose="02000506080000020004" pitchFamily="50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Cond Pro Light" panose="02000506080000020004" pitchFamily="50" charset="0"/>
              <a:cs typeface="Arial" panose="020B0604020202020204" pitchFamily="34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7059075" y="1553880"/>
            <a:ext cx="1497522" cy="1015661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ru-RU" sz="6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00</a:t>
            </a:r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44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8426191" y="1758310"/>
            <a:ext cx="2860320" cy="33855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ru-RU" sz="1600" b="1" dirty="0" smtClean="0">
                <a:latin typeface="Fedra Sans Cond Pro Bold" panose="02000506080000020004" pitchFamily="50" charset="0"/>
                <a:ea typeface="+mj-ea"/>
              </a:rPr>
              <a:t>Текст </a:t>
            </a:r>
            <a:endParaRPr lang="ru-RU" sz="1600" b="1" dirty="0">
              <a:latin typeface="Fedra Sans Cond Pro Bold" panose="02000506080000020004" pitchFamily="50" charset="0"/>
              <a:ea typeface="+mj-ea"/>
            </a:endParaRPr>
          </a:p>
        </p:txBody>
      </p:sp>
      <p:sp>
        <p:nvSpPr>
          <p:cNvPr id="43" name="Title 3"/>
          <p:cNvSpPr txBox="1">
            <a:spLocks/>
          </p:cNvSpPr>
          <p:nvPr/>
        </p:nvSpPr>
        <p:spPr>
          <a:xfrm>
            <a:off x="8321457" y="3287201"/>
            <a:ext cx="2590589" cy="605671"/>
          </a:xfrm>
          <a:prstGeom prst="rect">
            <a:avLst/>
          </a:prstGeom>
        </p:spPr>
        <p:txBody>
          <a:bodyPr vert="horz" lIns="91408" tIns="45704" rIns="91408" bIns="45704" rtlCol="0" anchor="ctr">
            <a:noAutofit/>
          </a:bodyPr>
          <a:lstStyle>
            <a:lvl1pPr algn="ctr" defTabSz="121875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08244"/>
            <a:r>
              <a:rPr lang="ru-RU" sz="1100" dirty="0" smtClean="0">
                <a:latin typeface="Fedra Sans Cond Pro Light" panose="02000506080000020004" pitchFamily="50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Cond Pro Light" panose="02000506080000020004" pitchFamily="50" charset="0"/>
              <a:cs typeface="Arial" panose="020B0604020202020204" pitchFamily="34" charset="0"/>
            </a:endParaRPr>
          </a:p>
        </p:txBody>
      </p:sp>
      <p:sp>
        <p:nvSpPr>
          <p:cNvPr id="44" name="Title 3"/>
          <p:cNvSpPr txBox="1">
            <a:spLocks/>
          </p:cNvSpPr>
          <p:nvPr/>
        </p:nvSpPr>
        <p:spPr>
          <a:xfrm>
            <a:off x="8321458" y="3918291"/>
            <a:ext cx="2681227" cy="286530"/>
          </a:xfrm>
          <a:prstGeom prst="rect">
            <a:avLst/>
          </a:prstGeom>
        </p:spPr>
        <p:txBody>
          <a:bodyPr vert="horz" lIns="91408" tIns="45704" rIns="91408" bIns="45704" rtlCol="0" anchor="ctr">
            <a:noAutofit/>
          </a:bodyPr>
          <a:lstStyle>
            <a:lvl1pPr algn="ctr" defTabSz="121875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08244"/>
            <a:r>
              <a:rPr lang="ru-RU" sz="1100" dirty="0" smtClean="0">
                <a:latin typeface="Fedra Sans Cond Pro Light" panose="02000506080000020004" pitchFamily="50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Cond Pro Light" panose="02000506080000020004" pitchFamily="50" charset="0"/>
              <a:cs typeface="Arial" panose="020B0604020202020204" pitchFamily="34" charset="0"/>
            </a:endParaRPr>
          </a:p>
        </p:txBody>
      </p:sp>
      <p:sp>
        <p:nvSpPr>
          <p:cNvPr id="45" name="Title 3"/>
          <p:cNvSpPr txBox="1">
            <a:spLocks/>
          </p:cNvSpPr>
          <p:nvPr/>
        </p:nvSpPr>
        <p:spPr>
          <a:xfrm>
            <a:off x="8321457" y="4421080"/>
            <a:ext cx="2817853" cy="355569"/>
          </a:xfrm>
          <a:prstGeom prst="rect">
            <a:avLst/>
          </a:prstGeom>
        </p:spPr>
        <p:txBody>
          <a:bodyPr vert="horz" lIns="91408" tIns="45704" rIns="91408" bIns="45704" rtlCol="0" anchor="ctr">
            <a:noAutofit/>
          </a:bodyPr>
          <a:lstStyle>
            <a:lvl1pPr algn="ctr" defTabSz="121875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08244"/>
            <a:r>
              <a:rPr lang="ru-RU" sz="1100" dirty="0" smtClean="0">
                <a:latin typeface="Fedra Sans Cond Pro Light" panose="02000506080000020004" pitchFamily="50" charset="0"/>
                <a:cs typeface="Arial" panose="020B0604020202020204" pitchFamily="34" charset="0"/>
              </a:rPr>
              <a:t>Текст</a:t>
            </a:r>
            <a:endParaRPr lang="ru-RU" sz="1100" dirty="0">
              <a:latin typeface="Fedra Sans Cond Pro Light" panose="02000506080000020004" pitchFamily="50" charset="0"/>
              <a:cs typeface="Arial" panose="020B0604020202020204" pitchFamily="34" charset="0"/>
            </a:endParaRPr>
          </a:p>
        </p:txBody>
      </p:sp>
      <p:sp>
        <p:nvSpPr>
          <p:cNvPr id="46" name="Title 3"/>
          <p:cNvSpPr txBox="1">
            <a:spLocks/>
          </p:cNvSpPr>
          <p:nvPr/>
        </p:nvSpPr>
        <p:spPr>
          <a:xfrm>
            <a:off x="8321457" y="4867151"/>
            <a:ext cx="2590589" cy="503043"/>
          </a:xfrm>
          <a:prstGeom prst="rect">
            <a:avLst/>
          </a:prstGeom>
        </p:spPr>
        <p:txBody>
          <a:bodyPr vert="horz" lIns="91408" tIns="45704" rIns="91408" bIns="45704" rtlCol="0" anchor="ctr">
            <a:noAutofit/>
          </a:bodyPr>
          <a:lstStyle>
            <a:lvl1pPr algn="ctr" defTabSz="121875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100" dirty="0" smtClean="0">
                <a:latin typeface="Fedra Sans Cond Pro Light" panose="02000506080000020004" pitchFamily="50" charset="0"/>
                <a:cs typeface="Arial" panose="020B0604020202020204" pitchFamily="34" charset="0"/>
              </a:rPr>
              <a:t>Текст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7585900" y="2781382"/>
            <a:ext cx="840291" cy="46166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100</a:t>
            </a:r>
            <a:r>
              <a:rPr lang="ru-RU" sz="1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16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7677340" y="3294523"/>
            <a:ext cx="696020" cy="46166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9</a:t>
            </a:r>
            <a:r>
              <a:rPr lang="en-US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0</a:t>
            </a:r>
            <a:r>
              <a:rPr lang="ru-RU" sz="1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16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7677340" y="3797724"/>
            <a:ext cx="696020" cy="46166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90</a:t>
            </a:r>
            <a:r>
              <a:rPr lang="ru-RU" sz="1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16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7677340" y="4340683"/>
            <a:ext cx="694417" cy="46166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en-US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8</a:t>
            </a:r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0</a:t>
            </a:r>
            <a:r>
              <a:rPr lang="ru-RU" sz="1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16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7677340" y="4854487"/>
            <a:ext cx="694417" cy="461663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r>
              <a:rPr lang="ru-RU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8</a:t>
            </a:r>
            <a:r>
              <a:rPr lang="en-US" sz="24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0</a:t>
            </a:r>
            <a:r>
              <a:rPr lang="ru-RU" sz="1000" dirty="0" smtClean="0">
                <a:latin typeface="Fedra Sans Alt Pro Bold" panose="020B0804040000020004" pitchFamily="34" charset="0"/>
                <a:cs typeface="Arial" panose="020B0604020202020204" pitchFamily="34" charset="0"/>
              </a:rPr>
              <a:t>%</a:t>
            </a:r>
            <a:endParaRPr lang="ru-RU" sz="1600" dirty="0">
              <a:latin typeface="Fedra Sans Alt Pro Bold" panose="020B0804040000020004" pitchFamily="34" charset="0"/>
              <a:cs typeface="Arial" panose="020B0604020202020204" pitchFamily="34" charset="0"/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6619461" y="1187450"/>
            <a:ext cx="4901025" cy="4573588"/>
          </a:xfrm>
          <a:prstGeom prst="rect">
            <a:avLst/>
          </a:prstGeom>
          <a:noFill/>
          <a:ln w="19050">
            <a:solidFill>
              <a:srgbClr val="9460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10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ГРАФИКИ. ВАРИАНТ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193416" y="2141099"/>
            <a:ext cx="23653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АКАДЕМИЧЕСКАЯ МОБИЛЬНОСТЬ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В СТРАНЫ АЗИИ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Fedra Sans Pro Bold" panose="020B0804040000020004" pitchFamily="34" charset="0"/>
            </a:endParaRPr>
          </a:p>
        </p:txBody>
      </p:sp>
      <p:graphicFrame>
        <p:nvGraphicFramePr>
          <p:cNvPr id="36" name="Диаграмма 35"/>
          <p:cNvGraphicFramePr/>
          <p:nvPr>
            <p:extLst>
              <p:ext uri="{D42A27DB-BD31-4B8C-83A1-F6EECF244321}">
                <p14:modId xmlns:p14="http://schemas.microsoft.com/office/powerpoint/2010/main" val="964886851"/>
              </p:ext>
            </p:extLst>
          </p:nvPr>
        </p:nvGraphicFramePr>
        <p:xfrm>
          <a:off x="1283586" y="2999403"/>
          <a:ext cx="2174887" cy="2255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1633894" y="4391270"/>
            <a:ext cx="476285" cy="292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>
                <a:solidFill>
                  <a:prstClr val="black"/>
                </a:solidFill>
                <a:latin typeface="Arial Narrow" pitchFamily="34" charset="0"/>
              </a:rPr>
              <a:t>НПР</a:t>
            </a:r>
            <a:endParaRPr lang="ru-RU" sz="1200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427498" y="3657104"/>
            <a:ext cx="859266" cy="31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prstClr val="black"/>
                </a:solidFill>
                <a:latin typeface="Arial Narrow" pitchFamily="34" charset="0"/>
              </a:rPr>
              <a:t>СТУДЕНТЫ</a:t>
            </a:r>
          </a:p>
        </p:txBody>
      </p:sp>
      <p:sp>
        <p:nvSpPr>
          <p:cNvPr id="57" name="Прямоугольник 56"/>
          <p:cNvSpPr/>
          <p:nvPr/>
        </p:nvSpPr>
        <p:spPr>
          <a:xfrm>
            <a:off x="4899100" y="2141099"/>
            <a:ext cx="231970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АКАДЕМИЧЕСКАЯ</a:t>
            </a:r>
            <a:r>
              <a:rPr kumimoji="0" lang="ru-RU" sz="1400" b="1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 </a:t>
            </a: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МОБИЛЬНОСТЬ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ИЗ СТРАН АЗИИ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Fedra Sans Pro Bold" panose="020B0804040000020004" pitchFamily="34" charset="0"/>
            </a:endParaRPr>
          </a:p>
        </p:txBody>
      </p:sp>
      <p:graphicFrame>
        <p:nvGraphicFramePr>
          <p:cNvPr id="56" name="Диаграмма 55"/>
          <p:cNvGraphicFramePr/>
          <p:nvPr>
            <p:extLst>
              <p:ext uri="{D42A27DB-BD31-4B8C-83A1-F6EECF244321}">
                <p14:modId xmlns:p14="http://schemas.microsoft.com/office/powerpoint/2010/main" val="4053190210"/>
              </p:ext>
            </p:extLst>
          </p:nvPr>
        </p:nvGraphicFramePr>
        <p:xfrm>
          <a:off x="4995856" y="3044079"/>
          <a:ext cx="2174887" cy="213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5351940" y="4397300"/>
            <a:ext cx="1157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 smtClean="0">
                <a:solidFill>
                  <a:prstClr val="black"/>
                </a:solidFill>
                <a:latin typeface="Arial Narrow" pitchFamily="34" charset="0"/>
              </a:rPr>
              <a:t>НПР и СОТРУДНИКИ КОМПАНИЙ</a:t>
            </a:r>
            <a:endParaRPr lang="ru-RU" sz="800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56934" y="3676775"/>
            <a:ext cx="859266" cy="29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>
                <a:solidFill>
                  <a:prstClr val="black"/>
                </a:solidFill>
                <a:latin typeface="Arial Narrow" pitchFamily="34" charset="0"/>
              </a:rPr>
              <a:t>СТУДЕНТЫ</a:t>
            </a:r>
          </a:p>
        </p:txBody>
      </p:sp>
      <p:sp>
        <p:nvSpPr>
          <p:cNvPr id="60" name="Прямоугольник 59"/>
          <p:cNvSpPr/>
          <p:nvPr/>
        </p:nvSpPr>
        <p:spPr>
          <a:xfrm>
            <a:off x="8949159" y="2141099"/>
            <a:ext cx="16598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Fedra Sans Pro Bold" panose="020B0804040000020004" pitchFamily="34" charset="0"/>
              </a:rPr>
              <a:t>ОБУЧЕНИЕ СТУДЕНТОВ* </a:t>
            </a:r>
            <a:endParaRPr kumimoji="0" lang="ru-RU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Fedra Sans Pro Bold" panose="020B0804040000020004" pitchFamily="34" charset="0"/>
            </a:endParaRPr>
          </a:p>
        </p:txBody>
      </p:sp>
      <p:graphicFrame>
        <p:nvGraphicFramePr>
          <p:cNvPr id="61" name="Диаграмма 60"/>
          <p:cNvGraphicFramePr/>
          <p:nvPr>
            <p:extLst>
              <p:ext uri="{D42A27DB-BD31-4B8C-83A1-F6EECF244321}">
                <p14:modId xmlns:p14="http://schemas.microsoft.com/office/powerpoint/2010/main" val="3191396897"/>
              </p:ext>
            </p:extLst>
          </p:nvPr>
        </p:nvGraphicFramePr>
        <p:xfrm>
          <a:off x="8624567" y="3036699"/>
          <a:ext cx="2174887" cy="213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8737494" y="4947007"/>
            <a:ext cx="2131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Fedra Sans Cond Pro Light" panose="02000506080000020004" pitchFamily="50" charset="0"/>
              </a:rPr>
              <a:t>* Включая программу подготовительного отделения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Fedra Sans Cond Pro Light" panose="02000506080000020004" pitchFamily="50" charset="0"/>
            </a:endParaRPr>
          </a:p>
        </p:txBody>
      </p:sp>
      <p:sp>
        <p:nvSpPr>
          <p:cNvPr id="63" name="Прямоугольник 62"/>
          <p:cNvSpPr/>
          <p:nvPr/>
        </p:nvSpPr>
        <p:spPr>
          <a:xfrm>
            <a:off x="9350330" y="3075864"/>
            <a:ext cx="623889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00" dirty="0" smtClean="0">
                <a:solidFill>
                  <a:prstClr val="black"/>
                </a:solidFill>
                <a:latin typeface="Fedra Sans Cond Pro Light" panose="02000506080000020004" pitchFamily="50" charset="0"/>
              </a:rPr>
              <a:t>АФГАНИСТАН</a:t>
            </a:r>
            <a:endParaRPr lang="ru-RU" sz="700" dirty="0">
              <a:solidFill>
                <a:prstClr val="black"/>
              </a:solidFill>
              <a:latin typeface="Fedra Sans Cond Pro Light" panose="02000506080000020004" pitchFamily="50" charset="0"/>
            </a:endParaRPr>
          </a:p>
        </p:txBody>
      </p:sp>
      <p:sp>
        <p:nvSpPr>
          <p:cNvPr id="64" name="Прямоугольник 63"/>
          <p:cNvSpPr/>
          <p:nvPr/>
        </p:nvSpPr>
        <p:spPr>
          <a:xfrm>
            <a:off x="9761091" y="3161512"/>
            <a:ext cx="59824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00" dirty="0" smtClean="0">
                <a:solidFill>
                  <a:prstClr val="black"/>
                </a:solidFill>
                <a:latin typeface="Fedra Sans Cond Pro Light" panose="02000506080000020004" pitchFamily="50" charset="0"/>
              </a:rPr>
              <a:t>ИНДОНЕЗИЯ</a:t>
            </a:r>
            <a:endParaRPr lang="ru-RU" sz="700" dirty="0">
              <a:solidFill>
                <a:prstClr val="black"/>
              </a:solidFill>
              <a:latin typeface="Fedra Sans Cond Pro Light" panose="02000506080000020004" pitchFamily="50" charset="0"/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9034889" y="3194174"/>
            <a:ext cx="487634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00" dirty="0" smtClean="0">
                <a:solidFill>
                  <a:prstClr val="black"/>
                </a:solidFill>
                <a:latin typeface="Fedra Sans Cond Pro Light" panose="02000506080000020004" pitchFamily="50" charset="0"/>
              </a:rPr>
              <a:t>ВЬЕТНАМ</a:t>
            </a:r>
            <a:endParaRPr lang="ru-RU" sz="700" dirty="0">
              <a:solidFill>
                <a:prstClr val="black"/>
              </a:solidFill>
              <a:latin typeface="Fedra Sans Cond Pro Light" panose="02000506080000020004" pitchFamily="50" charset="0"/>
            </a:endParaRPr>
          </a:p>
        </p:txBody>
      </p:sp>
      <p:sp>
        <p:nvSpPr>
          <p:cNvPr id="66" name="Прямоугольник 65"/>
          <p:cNvSpPr/>
          <p:nvPr/>
        </p:nvSpPr>
        <p:spPr>
          <a:xfrm>
            <a:off x="8624567" y="4477918"/>
            <a:ext cx="112536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latin typeface="Fedra Sans Cond Pro Light" panose="02000506080000020004" pitchFamily="50" charset="0"/>
              </a:rPr>
              <a:t>КИТАЙ</a:t>
            </a:r>
            <a:endParaRPr lang="ru-RU" sz="1100" dirty="0">
              <a:latin typeface="Fedra Sans Cond Pro Light" panose="02000506080000020004" pitchFamily="50" charset="0"/>
            </a:endParaRPr>
          </a:p>
        </p:txBody>
      </p:sp>
      <p:sp>
        <p:nvSpPr>
          <p:cNvPr id="67" name="Прямоугольник 66"/>
          <p:cNvSpPr/>
          <p:nvPr/>
        </p:nvSpPr>
        <p:spPr>
          <a:xfrm>
            <a:off x="10173558" y="3418894"/>
            <a:ext cx="570990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00" dirty="0" smtClean="0">
                <a:solidFill>
                  <a:prstClr val="black"/>
                </a:solidFill>
                <a:latin typeface="Fedra Sans Cond Pro Light" panose="02000506080000020004" pitchFamily="50" charset="0"/>
              </a:rPr>
              <a:t>МОНГОЛИЯ</a:t>
            </a:r>
            <a:endParaRPr lang="ru-RU" sz="700" dirty="0">
              <a:solidFill>
                <a:prstClr val="black"/>
              </a:solidFill>
              <a:latin typeface="Fedra Sans Cond Pro Light" panose="02000506080000020004" pitchFamily="50" charset="0"/>
            </a:endParaRPr>
          </a:p>
        </p:txBody>
      </p:sp>
      <p:sp>
        <p:nvSpPr>
          <p:cNvPr id="68" name="Прямоугольник 67"/>
          <p:cNvSpPr/>
          <p:nvPr/>
        </p:nvSpPr>
        <p:spPr>
          <a:xfrm>
            <a:off x="10092271" y="3272968"/>
            <a:ext cx="585417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700" dirty="0" smtClean="0">
                <a:solidFill>
                  <a:prstClr val="black"/>
                </a:solidFill>
                <a:latin typeface="Fedra Sans Cond Pro Light" panose="02000506080000020004" pitchFamily="50" charset="0"/>
              </a:rPr>
              <a:t>БАНГЛАДЕШ</a:t>
            </a:r>
            <a:endParaRPr lang="ru-RU" sz="700" dirty="0">
              <a:solidFill>
                <a:prstClr val="black"/>
              </a:solidFill>
              <a:latin typeface="Fedra Sans Cond Pro Light" panose="02000506080000020004" pitchFamily="50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76263" y="1622509"/>
            <a:ext cx="10944225" cy="4138529"/>
          </a:xfrm>
          <a:prstGeom prst="rect">
            <a:avLst/>
          </a:prstGeom>
          <a:noFill/>
          <a:ln w="19050">
            <a:solidFill>
              <a:srgbClr val="9F70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05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ВАРИАНТ РАЗМЕЩЕНИЯ ЛОГОТИПОВ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27</a:t>
            </a:fld>
            <a:endParaRPr lang="ru-RU" dirty="0"/>
          </a:p>
        </p:txBody>
      </p:sp>
      <p:pic>
        <p:nvPicPr>
          <p:cNvPr id="8" name="Picture 4" descr="https://selcdn.trendagent.ru/images/1v/yk/0e41ea066f77fcc3d23af4cd2e07cf7d.pn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3" t="34229" r="7591" b="34228"/>
          <a:stretch/>
        </p:blipFill>
        <p:spPr bwMode="auto">
          <a:xfrm>
            <a:off x="7185144" y="1557986"/>
            <a:ext cx="1802051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ttps://novostroika.ru/wp-content/uploads/2020/12/enko-grupp-tyumen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45" b="34677"/>
          <a:stretch/>
        </p:blipFill>
        <p:spPr bwMode="auto">
          <a:xfrm>
            <a:off x="525111" y="1627332"/>
            <a:ext cx="1404592" cy="36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s://avenue-ndm.ru/wp-content/uploads/2015/04/meridian.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/>
          <a:stretch/>
        </p:blipFill>
        <p:spPr bwMode="auto">
          <a:xfrm>
            <a:off x="548842" y="5340448"/>
            <a:ext cx="1554427" cy="48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https://an-tdn.ru/uploads/gallery/148941398158c6a75d1c963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3" t="4478" r="31225" b="14633"/>
          <a:stretch/>
        </p:blipFill>
        <p:spPr bwMode="auto">
          <a:xfrm>
            <a:off x="8307518" y="4066345"/>
            <a:ext cx="576000" cy="51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DFEFF"/>
              </a:clrFrom>
              <a:clrTo>
                <a:srgbClr val="FDFE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" t="23877" r="4949" b="22305"/>
          <a:stretch/>
        </p:blipFill>
        <p:spPr>
          <a:xfrm>
            <a:off x="5966134" y="4111508"/>
            <a:ext cx="1044000" cy="47611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9" y="4041463"/>
            <a:ext cx="1512897" cy="540000"/>
          </a:xfrm>
          <a:prstGeom prst="rect">
            <a:avLst/>
          </a:prstGeom>
        </p:spPr>
      </p:pic>
      <p:pic>
        <p:nvPicPr>
          <p:cNvPr id="13" name="Picture 6" descr="https://bagra.ru/logos/httpwwwupicomru.png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50" y="4095086"/>
            <a:ext cx="1224000" cy="45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1073" b="23916" l="18038" r="78402">
                        <a14:foregroundMark x1="28956" y1="13927" x2="28956" y2="13927"/>
                        <a14:foregroundMark x1="32911" y1="14155" x2="32911" y2="14155"/>
                        <a14:foregroundMark x1="35127" y1="14155" x2="35127" y2="14155"/>
                        <a14:foregroundMark x1="38212" y1="14726" x2="38212" y2="14726"/>
                        <a14:foregroundMark x1="42009" y1="14669" x2="42009" y2="14669"/>
                        <a14:foregroundMark x1="45016" y1="15183" x2="45016" y2="15183"/>
                        <a14:foregroundMark x1="50475" y1="14783" x2="50475" y2="14783"/>
                        <a14:foregroundMark x1="51266" y1="14326" x2="51266" y2="14326"/>
                        <a14:foregroundMark x1="51661" y1="16096" x2="51661" y2="16096"/>
                        <a14:foregroundMark x1="24842" y1="14612" x2="24842" y2="14612"/>
                        <a14:foregroundMark x1="21361" y1="14612" x2="21361" y2="14612"/>
                        <a14:foregroundMark x1="23022" y1="14612" x2="23022" y2="14612"/>
                        <a14:foregroundMark x1="19778" y1="14726" x2="19778" y2="14726"/>
                        <a14:foregroundMark x1="53402" y1="14212" x2="53402" y2="14212"/>
                        <a14:foregroundMark x1="58386" y1="14954" x2="58386" y2="14954"/>
                        <a14:foregroundMark x1="61709" y1="14783" x2="61709" y2="14783"/>
                        <a14:foregroundMark x1="65269" y1="14897" x2="65269" y2="14897"/>
                        <a14:foregroundMark x1="67009" y1="14840" x2="67009" y2="14840"/>
                        <a14:foregroundMark x1="68750" y1="14840" x2="68750" y2="14840"/>
                        <a14:foregroundMark x1="67089" y1="13299" x2="67089" y2="13299"/>
                        <a14:foregroundMark x1="67326" y1="16781" x2="67326" y2="16781"/>
                        <a14:foregroundMark x1="70807" y1="14441" x2="70807" y2="14441"/>
                        <a14:foregroundMark x1="76028" y1="13527" x2="76028" y2="13527"/>
                        <a14:foregroundMark x1="76661" y1="13242" x2="76661" y2="132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10" t="10547" r="20550" b="75437"/>
          <a:stretch/>
        </p:blipFill>
        <p:spPr>
          <a:xfrm>
            <a:off x="10168203" y="4107483"/>
            <a:ext cx="1388362" cy="433361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1" b="11671"/>
          <a:stretch/>
        </p:blipFill>
        <p:spPr>
          <a:xfrm>
            <a:off x="6894981" y="5333212"/>
            <a:ext cx="1676829" cy="446396"/>
          </a:xfrm>
          <a:prstGeom prst="rect">
            <a:avLst/>
          </a:prstGeom>
        </p:spPr>
      </p:pic>
      <p:pic>
        <p:nvPicPr>
          <p:cNvPr id="17" name="Picture 2" descr="https://erzrf.ru/images/illustr/17821360001ILLUSTR.png"/>
          <p:cNvPicPr>
            <a:picLocks noChangeAspect="1" noChangeArrowheads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5" t="36715" r="12757" b="38759"/>
          <a:stretch/>
        </p:blipFill>
        <p:spPr bwMode="auto">
          <a:xfrm>
            <a:off x="3479342" y="5383810"/>
            <a:ext cx="2115766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102" y="5407110"/>
            <a:ext cx="1991579" cy="324000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2" b="29840"/>
          <a:stretch/>
        </p:blipFill>
        <p:spPr>
          <a:xfrm>
            <a:off x="10100340" y="1611986"/>
            <a:ext cx="1545125" cy="396000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 rotWithShape="1">
          <a:blip r:embed="rId1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996" b="20198"/>
          <a:stretch/>
        </p:blipFill>
        <p:spPr>
          <a:xfrm>
            <a:off x="544578" y="2618351"/>
            <a:ext cx="944360" cy="612000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xmlns="" id="{6139B427-9533-D04A-B1EC-33674BC5DD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39" b="29033"/>
          <a:stretch/>
        </p:blipFill>
        <p:spPr bwMode="auto">
          <a:xfrm>
            <a:off x="5889365" y="2833251"/>
            <a:ext cx="112084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>
            <a:extLst>
              <a:ext uri="{FF2B5EF4-FFF2-40B4-BE49-F238E27FC236}">
                <a16:creationId xmlns:a16="http://schemas.microsoft.com/office/drawing/2014/main" xmlns="" id="{3A0ABA8F-77FF-0747-999D-92DA8CBB49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8" t="15895" r="13815" b="11688"/>
          <a:stretch/>
        </p:blipFill>
        <p:spPr bwMode="auto">
          <a:xfrm>
            <a:off x="2358939" y="2672351"/>
            <a:ext cx="804224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19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664" y="2690351"/>
            <a:ext cx="910000" cy="468000"/>
          </a:xfrm>
          <a:prstGeom prst="rect">
            <a:avLst/>
          </a:prstGeom>
        </p:spPr>
      </p:pic>
      <p:pic>
        <p:nvPicPr>
          <p:cNvPr id="48" name="Picture 18">
            <a:extLst>
              <a:ext uri="{FF2B5EF4-FFF2-40B4-BE49-F238E27FC236}">
                <a16:creationId xmlns:a16="http://schemas.microsoft.com/office/drawing/2014/main" xmlns="" id="{F12E0183-0189-644B-9167-8BB7C673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714" y="2759151"/>
            <a:ext cx="1493586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2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702" y="2880176"/>
            <a:ext cx="1152000" cy="240751"/>
          </a:xfrm>
          <a:prstGeom prst="rect">
            <a:avLst/>
          </a:prstGeom>
        </p:spPr>
      </p:pic>
      <p:pic>
        <p:nvPicPr>
          <p:cNvPr id="50" name="Рисунок 49"/>
          <p:cNvPicPr>
            <a:picLocks noChangeAspect="1"/>
          </p:cNvPicPr>
          <p:nvPr/>
        </p:nvPicPr>
        <p:blipFill>
          <a:blip r:embed="rId2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97" y="1503986"/>
            <a:ext cx="1088000" cy="612000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>
          <a:blip r:embed="rId2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850" y="1662835"/>
            <a:ext cx="828000" cy="29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3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ИКОНКИ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28</a:t>
            </a:fld>
            <a:endParaRPr lang="ru-RU" dirty="0"/>
          </a:p>
        </p:txBody>
      </p:sp>
      <p:pic>
        <p:nvPicPr>
          <p:cNvPr id="26" name="Graphic 1746">
            <a:extLst>
              <a:ext uri="{FF2B5EF4-FFF2-40B4-BE49-F238E27FC236}">
                <a16:creationId xmlns:a16="http://schemas.microsoft.com/office/drawing/2014/main" xmlns="" id="{0443646A-5FB6-418E-98D3-02EA063D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230308" y="2120627"/>
            <a:ext cx="324000" cy="324000"/>
          </a:xfrm>
          <a:prstGeom prst="rect">
            <a:avLst/>
          </a:prstGeom>
        </p:spPr>
      </p:pic>
      <p:pic>
        <p:nvPicPr>
          <p:cNvPr id="28" name="Graphic 1748">
            <a:extLst>
              <a:ext uri="{FF2B5EF4-FFF2-40B4-BE49-F238E27FC236}">
                <a16:creationId xmlns:a16="http://schemas.microsoft.com/office/drawing/2014/main" xmlns="" id="{E9F7EEFE-FEB4-49D0-990D-DE3540E1C356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521312" y="5587655"/>
            <a:ext cx="324000" cy="324000"/>
          </a:xfrm>
          <a:prstGeom prst="rect">
            <a:avLst/>
          </a:prstGeom>
        </p:spPr>
      </p:pic>
      <p:pic>
        <p:nvPicPr>
          <p:cNvPr id="29" name="Graphic 1752">
            <a:extLst>
              <a:ext uri="{FF2B5EF4-FFF2-40B4-BE49-F238E27FC236}">
                <a16:creationId xmlns:a16="http://schemas.microsoft.com/office/drawing/2014/main" xmlns="" id="{CAC391AB-33D1-44A8-8A1D-8A01D3013CA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1143714" y="2980190"/>
            <a:ext cx="324000" cy="324000"/>
          </a:xfrm>
          <a:prstGeom prst="rect">
            <a:avLst/>
          </a:prstGeom>
        </p:spPr>
      </p:pic>
      <p:pic>
        <p:nvPicPr>
          <p:cNvPr id="31" name="Graphic 1754">
            <a:extLst>
              <a:ext uri="{FF2B5EF4-FFF2-40B4-BE49-F238E27FC236}">
                <a16:creationId xmlns:a16="http://schemas.microsoft.com/office/drawing/2014/main" xmlns="" id="{0746E8AE-680B-4BAD-B3DC-041508AD419B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75000"/>
            <a:extLst>
              <a:ext uri="{96DAC541-7B7A-43D3-8B79-37D633B846F1}">
                <asvg:svgBlip xmlns:asvg="http://schemas.microsoft.com/office/drawing/2016/SVG/main" xmlns="" r:embed="rId23"/>
              </a:ext>
            </a:extLst>
          </a:blip>
          <a:stretch>
            <a:fillRect/>
          </a:stretch>
        </p:blipFill>
        <p:spPr>
          <a:xfrm>
            <a:off x="11143714" y="2120627"/>
            <a:ext cx="324000" cy="324000"/>
          </a:xfrm>
          <a:prstGeom prst="rect">
            <a:avLst/>
          </a:prstGeom>
        </p:spPr>
      </p:pic>
      <p:pic>
        <p:nvPicPr>
          <p:cNvPr id="32" name="Graphic 1758">
            <a:extLst>
              <a:ext uri="{FF2B5EF4-FFF2-40B4-BE49-F238E27FC236}">
                <a16:creationId xmlns:a16="http://schemas.microsoft.com/office/drawing/2014/main" xmlns="" id="{2EC22ADB-04DF-40A1-92CA-4BE1878D4F65}"/>
              </a:ext>
            </a:extLst>
          </p:cNvPr>
          <p:cNvPicPr>
            <a:picLocks noChangeAspect="1"/>
          </p:cNvPicPr>
          <p:nvPr/>
        </p:nvPicPr>
        <p:blipFill>
          <a:blip r:embed="rId24">
            <a:biLevel thresh="75000"/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5400080" y="3813219"/>
            <a:ext cx="362038" cy="362038"/>
          </a:xfrm>
          <a:prstGeom prst="rect">
            <a:avLst/>
          </a:prstGeom>
        </p:spPr>
      </p:pic>
      <p:pic>
        <p:nvPicPr>
          <p:cNvPr id="33" name="Graphic 1763">
            <a:extLst>
              <a:ext uri="{FF2B5EF4-FFF2-40B4-BE49-F238E27FC236}">
                <a16:creationId xmlns:a16="http://schemas.microsoft.com/office/drawing/2014/main" xmlns="" id="{D7227E02-3A95-461B-8151-F3CCB7AD2051}"/>
              </a:ext>
            </a:extLst>
          </p:cNvPr>
          <p:cNvPicPr>
            <a:picLocks noChangeAspect="1"/>
          </p:cNvPicPr>
          <p:nvPr/>
        </p:nvPicPr>
        <p:blipFill>
          <a:blip r:embed="rId32">
            <a:biLevel thresh="75000"/>
            <a:extLst>
              <a:ext uri="{96DAC541-7B7A-43D3-8B79-37D633B846F1}">
                <asvg:svgBlip xmlns:asvg="http://schemas.microsoft.com/office/drawing/2016/SVG/main" xmlns="" r:embed="rId39"/>
              </a:ext>
            </a:extLst>
          </a:blip>
          <a:stretch>
            <a:fillRect/>
          </a:stretch>
        </p:blipFill>
        <p:spPr>
          <a:xfrm>
            <a:off x="11127712" y="5585291"/>
            <a:ext cx="288000" cy="288000"/>
          </a:xfrm>
          <a:prstGeom prst="rect">
            <a:avLst/>
          </a:prstGeom>
        </p:spPr>
      </p:pic>
      <p:pic>
        <p:nvPicPr>
          <p:cNvPr id="34" name="Graphic 1764">
            <a:extLst>
              <a:ext uri="{FF2B5EF4-FFF2-40B4-BE49-F238E27FC236}">
                <a16:creationId xmlns:a16="http://schemas.microsoft.com/office/drawing/2014/main" xmlns="" id="{7D58738B-628A-4487-B063-481607C98E9E}"/>
              </a:ext>
            </a:extLst>
          </p:cNvPr>
          <p:cNvPicPr>
            <a:picLocks noChangeAspect="1"/>
          </p:cNvPicPr>
          <p:nvPr/>
        </p:nvPicPr>
        <p:blipFill>
          <a:blip r:embed="rId40">
            <a:biLevel thresh="75000"/>
            <a:extLst>
              <a:ext uri="{96DAC541-7B7A-43D3-8B79-37D633B846F1}">
                <asvg:svgBlip xmlns:asvg="http://schemas.microsoft.com/office/drawing/2016/SVG/main" xmlns="" r:embed="rId41"/>
              </a:ext>
            </a:extLst>
          </a:blip>
          <a:stretch>
            <a:fillRect/>
          </a:stretch>
        </p:blipFill>
        <p:spPr>
          <a:xfrm>
            <a:off x="1576676" y="2120627"/>
            <a:ext cx="324000" cy="324000"/>
          </a:xfrm>
          <a:prstGeom prst="rect">
            <a:avLst/>
          </a:prstGeom>
        </p:spPr>
      </p:pic>
      <p:pic>
        <p:nvPicPr>
          <p:cNvPr id="35" name="Graphic 1768">
            <a:extLst>
              <a:ext uri="{FF2B5EF4-FFF2-40B4-BE49-F238E27FC236}">
                <a16:creationId xmlns:a16="http://schemas.microsoft.com/office/drawing/2014/main" xmlns="" id="{D84ED99D-F482-4F93-ABE1-7CBE8EE73933}"/>
              </a:ext>
            </a:extLst>
          </p:cNvPr>
          <p:cNvPicPr>
            <a:picLocks noChangeAspect="1"/>
          </p:cNvPicPr>
          <p:nvPr/>
        </p:nvPicPr>
        <p:blipFill>
          <a:blip r:embed="rId42">
            <a:biLevel thresh="75000"/>
            <a:extLst>
              <a:ext uri="{96DAC541-7B7A-43D3-8B79-37D633B846F1}">
                <asvg:svgBlip xmlns:asvg="http://schemas.microsoft.com/office/drawing/2016/SVG/main" xmlns="" r:embed="rId47"/>
              </a:ext>
            </a:extLst>
          </a:blip>
          <a:stretch>
            <a:fillRect/>
          </a:stretch>
        </p:blipFill>
        <p:spPr>
          <a:xfrm>
            <a:off x="4430269" y="5573491"/>
            <a:ext cx="324000" cy="324000"/>
          </a:xfrm>
          <a:prstGeom prst="rect">
            <a:avLst/>
          </a:prstGeom>
        </p:spPr>
      </p:pic>
      <p:pic>
        <p:nvPicPr>
          <p:cNvPr id="36" name="Graphic 1771">
            <a:extLst>
              <a:ext uri="{FF2B5EF4-FFF2-40B4-BE49-F238E27FC236}">
                <a16:creationId xmlns:a16="http://schemas.microsoft.com/office/drawing/2014/main" xmlns="" id="{D50A3F7C-1782-459B-9BBC-137C934A7214}"/>
              </a:ext>
            </a:extLst>
          </p:cNvPr>
          <p:cNvPicPr>
            <a:picLocks noChangeAspect="1"/>
          </p:cNvPicPr>
          <p:nvPr/>
        </p:nvPicPr>
        <p:blipFill>
          <a:blip r:embed="rId48">
            <a:biLevel thresh="75000"/>
            <a:extLst>
              <a:ext uri="{96DAC541-7B7A-43D3-8B79-37D633B846F1}">
                <asvg:svgBlip xmlns:asvg="http://schemas.microsoft.com/office/drawing/2016/SVG/main" xmlns="" r:embed="rId53"/>
              </a:ext>
            </a:extLst>
          </a:blip>
          <a:stretch>
            <a:fillRect/>
          </a:stretch>
        </p:blipFill>
        <p:spPr>
          <a:xfrm>
            <a:off x="10205869" y="5585291"/>
            <a:ext cx="288000" cy="288000"/>
          </a:xfrm>
          <a:prstGeom prst="rect">
            <a:avLst/>
          </a:prstGeom>
        </p:spPr>
      </p:pic>
      <p:pic>
        <p:nvPicPr>
          <p:cNvPr id="37" name="Graphic 1772">
            <a:extLst>
              <a:ext uri="{FF2B5EF4-FFF2-40B4-BE49-F238E27FC236}">
                <a16:creationId xmlns:a16="http://schemas.microsoft.com/office/drawing/2014/main" xmlns="" id="{FFD14C6E-4E3A-4911-B3FD-8B2294E1F8B5}"/>
              </a:ext>
            </a:extLst>
          </p:cNvPr>
          <p:cNvPicPr>
            <a:picLocks noChangeAspect="1"/>
          </p:cNvPicPr>
          <p:nvPr/>
        </p:nvPicPr>
        <p:blipFill>
          <a:blip r:embed="rId54">
            <a:biLevel thresh="75000"/>
            <a:extLst>
              <a:ext uri="{96DAC541-7B7A-43D3-8B79-37D633B846F1}">
                <asvg:svgBlip xmlns:asvg="http://schemas.microsoft.com/office/drawing/2016/SVG/main" xmlns="" r:embed="rId55"/>
              </a:ext>
            </a:extLst>
          </a:blip>
          <a:stretch>
            <a:fillRect/>
          </a:stretch>
        </p:blipFill>
        <p:spPr>
          <a:xfrm>
            <a:off x="606799" y="5553053"/>
            <a:ext cx="352476" cy="352476"/>
          </a:xfrm>
          <a:prstGeom prst="rect">
            <a:avLst/>
          </a:prstGeom>
        </p:spPr>
      </p:pic>
      <p:pic>
        <p:nvPicPr>
          <p:cNvPr id="38" name="Graphic 1773">
            <a:extLst>
              <a:ext uri="{FF2B5EF4-FFF2-40B4-BE49-F238E27FC236}">
                <a16:creationId xmlns:a16="http://schemas.microsoft.com/office/drawing/2014/main" xmlns="" id="{43548582-EBC7-4E7B-B18B-EFBC0D03DFFA}"/>
              </a:ext>
            </a:extLst>
          </p:cNvPr>
          <p:cNvPicPr>
            <a:picLocks noChangeAspect="1"/>
          </p:cNvPicPr>
          <p:nvPr/>
        </p:nvPicPr>
        <p:blipFill>
          <a:blip r:embed="rId56">
            <a:biLevel thresh="75000"/>
            <a:extLst>
              <a:ext uri="{96DAC541-7B7A-43D3-8B79-37D633B846F1}">
                <asvg:svgBlip xmlns:asvg="http://schemas.microsoft.com/office/drawing/2016/SVG/main" xmlns="" r:embed="rId57"/>
              </a:ext>
            </a:extLst>
          </a:blip>
          <a:stretch>
            <a:fillRect/>
          </a:stretch>
        </p:blipFill>
        <p:spPr>
          <a:xfrm>
            <a:off x="4435332" y="1282923"/>
            <a:ext cx="324000" cy="324000"/>
          </a:xfrm>
          <a:prstGeom prst="rect">
            <a:avLst/>
          </a:prstGeom>
        </p:spPr>
      </p:pic>
      <p:pic>
        <p:nvPicPr>
          <p:cNvPr id="39" name="Graphic 1776">
            <a:extLst>
              <a:ext uri="{FF2B5EF4-FFF2-40B4-BE49-F238E27FC236}">
                <a16:creationId xmlns:a16="http://schemas.microsoft.com/office/drawing/2014/main" xmlns="" id="{5EFF06BC-502A-41CB-A7B1-7A29C0AF29E3}"/>
              </a:ext>
            </a:extLst>
          </p:cNvPr>
          <p:cNvPicPr>
            <a:picLocks noChangeAspect="1"/>
          </p:cNvPicPr>
          <p:nvPr/>
        </p:nvPicPr>
        <p:blipFill>
          <a:blip r:embed="rId58">
            <a:biLevel thresh="75000"/>
            <a:extLst>
              <a:ext uri="{96DAC541-7B7A-43D3-8B79-37D633B846F1}">
                <asvg:svgBlip xmlns:asvg="http://schemas.microsoft.com/office/drawing/2016/SVG/main" xmlns="" r:embed="rId61"/>
              </a:ext>
            </a:extLst>
          </a:blip>
          <a:stretch>
            <a:fillRect/>
          </a:stretch>
        </p:blipFill>
        <p:spPr>
          <a:xfrm>
            <a:off x="1560312" y="1282923"/>
            <a:ext cx="324000" cy="324000"/>
          </a:xfrm>
          <a:prstGeom prst="rect">
            <a:avLst/>
          </a:prstGeom>
        </p:spPr>
      </p:pic>
      <p:pic>
        <p:nvPicPr>
          <p:cNvPr id="40" name="Graphic 1777">
            <a:extLst>
              <a:ext uri="{FF2B5EF4-FFF2-40B4-BE49-F238E27FC236}">
                <a16:creationId xmlns:a16="http://schemas.microsoft.com/office/drawing/2014/main" xmlns="" id="{8EEEAB8E-0FD3-4BE0-A786-C0395F16352C}"/>
              </a:ext>
            </a:extLst>
          </p:cNvPr>
          <p:cNvPicPr>
            <a:picLocks noChangeAspect="1"/>
          </p:cNvPicPr>
          <p:nvPr/>
        </p:nvPicPr>
        <p:blipFill>
          <a:blip r:embed="rId62">
            <a:biLevel thresh="75000"/>
            <a:extLst>
              <a:ext uri="{96DAC541-7B7A-43D3-8B79-37D633B846F1}">
                <asvg:svgBlip xmlns:asvg="http://schemas.microsoft.com/office/drawing/2016/SVG/main" xmlns="" r:embed="rId63"/>
              </a:ext>
            </a:extLst>
          </a:blip>
          <a:stretch>
            <a:fillRect/>
          </a:stretch>
        </p:blipFill>
        <p:spPr>
          <a:xfrm>
            <a:off x="2539623" y="5551289"/>
            <a:ext cx="356004" cy="356004"/>
          </a:xfrm>
          <a:prstGeom prst="rect">
            <a:avLst/>
          </a:prstGeom>
        </p:spPr>
      </p:pic>
      <p:pic>
        <p:nvPicPr>
          <p:cNvPr id="41" name="Graphic 1779">
            <a:extLst>
              <a:ext uri="{FF2B5EF4-FFF2-40B4-BE49-F238E27FC236}">
                <a16:creationId xmlns:a16="http://schemas.microsoft.com/office/drawing/2014/main" xmlns="" id="{CB67C61F-A388-4868-80C0-A94EC3E3E8F1}"/>
              </a:ext>
            </a:extLst>
          </p:cNvPr>
          <p:cNvPicPr>
            <a:picLocks noChangeAspect="1"/>
          </p:cNvPicPr>
          <p:nvPr/>
        </p:nvPicPr>
        <p:blipFill>
          <a:blip r:embed="rId64">
            <a:biLevel thresh="75000"/>
            <a:extLst>
              <a:ext uri="{96DAC541-7B7A-43D3-8B79-37D633B846F1}">
                <asvg:svgBlip xmlns:asvg="http://schemas.microsoft.com/office/drawing/2016/SVG/main" xmlns="" r:embed="rId67"/>
              </a:ext>
            </a:extLst>
          </a:blip>
          <a:stretch>
            <a:fillRect/>
          </a:stretch>
        </p:blipFill>
        <p:spPr>
          <a:xfrm>
            <a:off x="6357351" y="4713762"/>
            <a:ext cx="288000" cy="288000"/>
          </a:xfrm>
          <a:prstGeom prst="rect">
            <a:avLst/>
          </a:prstGeom>
        </p:spPr>
      </p:pic>
      <p:pic>
        <p:nvPicPr>
          <p:cNvPr id="42" name="Graphic 1781">
            <a:extLst>
              <a:ext uri="{FF2B5EF4-FFF2-40B4-BE49-F238E27FC236}">
                <a16:creationId xmlns:a16="http://schemas.microsoft.com/office/drawing/2014/main" xmlns="" id="{E9B91F9B-9B7E-4FD6-9529-27C7B6DDDCCF}"/>
              </a:ext>
            </a:extLst>
          </p:cNvPr>
          <p:cNvPicPr>
            <a:picLocks noChangeAspect="1"/>
          </p:cNvPicPr>
          <p:nvPr/>
        </p:nvPicPr>
        <p:blipFill>
          <a:blip r:embed="rId68">
            <a:biLevel thresh="75000"/>
            <a:extLst>
              <a:ext uri="{96DAC541-7B7A-43D3-8B79-37D633B846F1}">
                <asvg:svgBlip xmlns:asvg="http://schemas.microsoft.com/office/drawing/2016/SVG/main" xmlns="" r:embed="rId71"/>
              </a:ext>
            </a:extLst>
          </a:blip>
          <a:stretch>
            <a:fillRect/>
          </a:stretch>
        </p:blipFill>
        <p:spPr>
          <a:xfrm>
            <a:off x="9211682" y="5559328"/>
            <a:ext cx="339927" cy="339927"/>
          </a:xfrm>
          <a:prstGeom prst="rect">
            <a:avLst/>
          </a:prstGeom>
        </p:spPr>
      </p:pic>
      <p:pic>
        <p:nvPicPr>
          <p:cNvPr id="52" name="Graphic 1785">
            <a:extLst>
              <a:ext uri="{FF2B5EF4-FFF2-40B4-BE49-F238E27FC236}">
                <a16:creationId xmlns:a16="http://schemas.microsoft.com/office/drawing/2014/main" xmlns="" id="{8271135B-8EDE-40F6-AEF2-F14CA0B09D13}"/>
              </a:ext>
            </a:extLst>
          </p:cNvPr>
          <p:cNvPicPr>
            <a:picLocks noChangeAspect="1"/>
          </p:cNvPicPr>
          <p:nvPr/>
        </p:nvPicPr>
        <p:blipFill>
          <a:blip r:embed="rId72">
            <a:biLevel thresh="75000"/>
            <a:extLst>
              <a:ext uri="{96DAC541-7B7A-43D3-8B79-37D633B846F1}">
                <asvg:svgBlip xmlns:asvg="http://schemas.microsoft.com/office/drawing/2016/SVG/main" xmlns="" r:embed="rId77"/>
              </a:ext>
            </a:extLst>
          </a:blip>
          <a:stretch>
            <a:fillRect/>
          </a:stretch>
        </p:blipFill>
        <p:spPr>
          <a:xfrm>
            <a:off x="5367554" y="5557323"/>
            <a:ext cx="343936" cy="343936"/>
          </a:xfrm>
          <a:prstGeom prst="rect">
            <a:avLst/>
          </a:prstGeom>
        </p:spPr>
      </p:pic>
      <p:pic>
        <p:nvPicPr>
          <p:cNvPr id="53" name="Graphic 1786">
            <a:extLst>
              <a:ext uri="{FF2B5EF4-FFF2-40B4-BE49-F238E27FC236}">
                <a16:creationId xmlns:a16="http://schemas.microsoft.com/office/drawing/2014/main" xmlns="" id="{561466B1-F8E7-4DAB-A110-FE6A04BE5AC9}"/>
              </a:ext>
            </a:extLst>
          </p:cNvPr>
          <p:cNvPicPr>
            <a:picLocks noChangeAspect="1"/>
          </p:cNvPicPr>
          <p:nvPr/>
        </p:nvPicPr>
        <p:blipFill>
          <a:blip r:embed="rId78">
            <a:biLevel thresh="75000"/>
            <a:extLst>
              <a:ext uri="{96DAC541-7B7A-43D3-8B79-37D633B846F1}">
                <asvg:svgBlip xmlns:asvg="http://schemas.microsoft.com/office/drawing/2016/SVG/main" xmlns="" r:embed="rId79"/>
              </a:ext>
            </a:extLst>
          </a:blip>
          <a:stretch>
            <a:fillRect/>
          </a:stretch>
        </p:blipFill>
        <p:spPr>
          <a:xfrm>
            <a:off x="1564700" y="2980190"/>
            <a:ext cx="324000" cy="324000"/>
          </a:xfrm>
          <a:prstGeom prst="rect">
            <a:avLst/>
          </a:prstGeom>
        </p:spPr>
      </p:pic>
      <p:pic>
        <p:nvPicPr>
          <p:cNvPr id="54" name="Graphic 1793">
            <a:extLst>
              <a:ext uri="{FF2B5EF4-FFF2-40B4-BE49-F238E27FC236}">
                <a16:creationId xmlns:a16="http://schemas.microsoft.com/office/drawing/2014/main" xmlns="" id="{63F133B2-C0EF-45DA-8970-2933160DDC16}"/>
              </a:ext>
            </a:extLst>
          </p:cNvPr>
          <p:cNvPicPr>
            <a:picLocks noChangeAspect="1"/>
          </p:cNvPicPr>
          <p:nvPr/>
        </p:nvPicPr>
        <p:blipFill>
          <a:blip r:embed="rId80">
            <a:biLevel thresh="75000"/>
            <a:extLst>
              <a:ext uri="{96DAC541-7B7A-43D3-8B79-37D633B846F1}">
                <asvg:svgBlip xmlns:asvg="http://schemas.microsoft.com/office/drawing/2016/SVG/main" xmlns="" r:embed="rId91"/>
              </a:ext>
            </a:extLst>
          </a:blip>
          <a:stretch>
            <a:fillRect/>
          </a:stretch>
        </p:blipFill>
        <p:spPr>
          <a:xfrm>
            <a:off x="11143714" y="4732812"/>
            <a:ext cx="288000" cy="288000"/>
          </a:xfrm>
          <a:prstGeom prst="rect">
            <a:avLst/>
          </a:prstGeom>
        </p:spPr>
      </p:pic>
      <p:pic>
        <p:nvPicPr>
          <p:cNvPr id="55" name="Graphic 1794">
            <a:extLst>
              <a:ext uri="{FF2B5EF4-FFF2-40B4-BE49-F238E27FC236}">
                <a16:creationId xmlns:a16="http://schemas.microsoft.com/office/drawing/2014/main" xmlns="" id="{7FE10ECA-991C-4DED-95A5-1A6040FAB2AA}"/>
              </a:ext>
            </a:extLst>
          </p:cNvPr>
          <p:cNvPicPr>
            <a:picLocks noChangeAspect="1"/>
          </p:cNvPicPr>
          <p:nvPr/>
        </p:nvPicPr>
        <p:blipFill>
          <a:blip r:embed="rId92">
            <a:biLevel thresh="75000"/>
            <a:extLst>
              <a:ext uri="{96DAC541-7B7A-43D3-8B79-37D633B846F1}">
                <asvg:svgBlip xmlns:asvg="http://schemas.microsoft.com/office/drawing/2016/SVG/main" xmlns="" r:embed="rId93"/>
              </a:ext>
            </a:extLst>
          </a:blip>
          <a:stretch>
            <a:fillRect/>
          </a:stretch>
        </p:blipFill>
        <p:spPr>
          <a:xfrm>
            <a:off x="606799" y="2980190"/>
            <a:ext cx="324000" cy="324000"/>
          </a:xfrm>
          <a:prstGeom prst="rect">
            <a:avLst/>
          </a:prstGeom>
        </p:spPr>
      </p:pic>
      <p:pic>
        <p:nvPicPr>
          <p:cNvPr id="56" name="Graphic 1796">
            <a:extLst>
              <a:ext uri="{FF2B5EF4-FFF2-40B4-BE49-F238E27FC236}">
                <a16:creationId xmlns:a16="http://schemas.microsoft.com/office/drawing/2014/main" xmlns="" id="{7E466B84-0891-4F42-94FC-1C205BC95ED2}"/>
              </a:ext>
            </a:extLst>
          </p:cNvPr>
          <p:cNvPicPr>
            <a:picLocks noChangeAspect="1"/>
          </p:cNvPicPr>
          <p:nvPr/>
        </p:nvPicPr>
        <p:blipFill>
          <a:blip r:embed="rId94">
            <a:biLevel thresh="75000"/>
            <a:extLst>
              <a:ext uri="{96DAC541-7B7A-43D3-8B79-37D633B846F1}">
                <asvg:svgBlip xmlns:asvg="http://schemas.microsoft.com/office/drawing/2016/SVG/main" xmlns="" r:embed="rId97"/>
              </a:ext>
            </a:extLst>
          </a:blip>
          <a:stretch>
            <a:fillRect/>
          </a:stretch>
        </p:blipFill>
        <p:spPr>
          <a:xfrm>
            <a:off x="5403492" y="2120627"/>
            <a:ext cx="324000" cy="324000"/>
          </a:xfrm>
          <a:prstGeom prst="rect">
            <a:avLst/>
          </a:prstGeom>
        </p:spPr>
      </p:pic>
      <p:pic>
        <p:nvPicPr>
          <p:cNvPr id="57" name="Graphic 1801">
            <a:extLst>
              <a:ext uri="{FF2B5EF4-FFF2-40B4-BE49-F238E27FC236}">
                <a16:creationId xmlns:a16="http://schemas.microsoft.com/office/drawing/2014/main" xmlns="" id="{5BAECD40-D3DB-4A48-8BDC-40556A058B98}"/>
              </a:ext>
            </a:extLst>
          </p:cNvPr>
          <p:cNvPicPr>
            <a:picLocks noChangeAspect="1"/>
          </p:cNvPicPr>
          <p:nvPr/>
        </p:nvPicPr>
        <p:blipFill>
          <a:blip r:embed="rId98">
            <a:biLevel thresh="75000"/>
            <a:extLst>
              <a:ext uri="{96DAC541-7B7A-43D3-8B79-37D633B846F1}">
                <asvg:svgBlip xmlns:asvg="http://schemas.microsoft.com/office/drawing/2016/SVG/main" xmlns="" r:embed="rId105"/>
              </a:ext>
            </a:extLst>
          </a:blip>
          <a:stretch>
            <a:fillRect/>
          </a:stretch>
        </p:blipFill>
        <p:spPr>
          <a:xfrm>
            <a:off x="3496830" y="3818000"/>
            <a:ext cx="352476" cy="352476"/>
          </a:xfrm>
          <a:prstGeom prst="rect">
            <a:avLst/>
          </a:prstGeom>
        </p:spPr>
      </p:pic>
      <p:pic>
        <p:nvPicPr>
          <p:cNvPr id="58" name="Graphic 1803">
            <a:extLst>
              <a:ext uri="{FF2B5EF4-FFF2-40B4-BE49-F238E27FC236}">
                <a16:creationId xmlns:a16="http://schemas.microsoft.com/office/drawing/2014/main" xmlns="" id="{3B5F6744-243D-4A76-86F7-8755523B434C}"/>
              </a:ext>
            </a:extLst>
          </p:cNvPr>
          <p:cNvPicPr>
            <a:picLocks noChangeAspect="1"/>
          </p:cNvPicPr>
          <p:nvPr/>
        </p:nvPicPr>
        <p:blipFill>
          <a:blip r:embed="rId106">
            <a:biLevel thresh="75000"/>
            <a:extLst>
              <a:ext uri="{96DAC541-7B7A-43D3-8B79-37D633B846F1}">
                <asvg:svgBlip xmlns:asvg="http://schemas.microsoft.com/office/drawing/2016/SVG/main" xmlns="" r:embed="rId109"/>
              </a:ext>
            </a:extLst>
          </a:blip>
          <a:stretch>
            <a:fillRect/>
          </a:stretch>
        </p:blipFill>
        <p:spPr>
          <a:xfrm>
            <a:off x="4490111" y="4713762"/>
            <a:ext cx="288000" cy="288000"/>
          </a:xfrm>
          <a:prstGeom prst="rect">
            <a:avLst/>
          </a:prstGeom>
        </p:spPr>
      </p:pic>
      <p:pic>
        <p:nvPicPr>
          <p:cNvPr id="59" name="Graphic 1804">
            <a:extLst>
              <a:ext uri="{FF2B5EF4-FFF2-40B4-BE49-F238E27FC236}">
                <a16:creationId xmlns:a16="http://schemas.microsoft.com/office/drawing/2014/main" xmlns="" id="{B65561A6-99D7-4C18-AB2E-0D14888154F1}"/>
              </a:ext>
            </a:extLst>
          </p:cNvPr>
          <p:cNvPicPr>
            <a:picLocks noChangeAspect="1"/>
          </p:cNvPicPr>
          <p:nvPr/>
        </p:nvPicPr>
        <p:blipFill>
          <a:blip r:embed="rId110">
            <a:biLevel thresh="75000"/>
            <a:extLst>
              <a:ext uri="{96DAC541-7B7A-43D3-8B79-37D633B846F1}">
                <asvg:svgBlip xmlns:asvg="http://schemas.microsoft.com/office/drawing/2016/SVG/main" xmlns="" r:embed="rId111"/>
              </a:ext>
            </a:extLst>
          </a:blip>
          <a:stretch>
            <a:fillRect/>
          </a:stretch>
        </p:blipFill>
        <p:spPr>
          <a:xfrm>
            <a:off x="6337175" y="5567291"/>
            <a:ext cx="324000" cy="324000"/>
          </a:xfrm>
          <a:prstGeom prst="rect">
            <a:avLst/>
          </a:prstGeom>
        </p:spPr>
      </p:pic>
      <p:pic>
        <p:nvPicPr>
          <p:cNvPr id="60" name="Graphic 1805">
            <a:extLst>
              <a:ext uri="{FF2B5EF4-FFF2-40B4-BE49-F238E27FC236}">
                <a16:creationId xmlns:a16="http://schemas.microsoft.com/office/drawing/2014/main" xmlns="" id="{9C672D20-08B3-4D8F-B3DB-04A0FBC83F15}"/>
              </a:ext>
            </a:extLst>
          </p:cNvPr>
          <p:cNvPicPr>
            <a:picLocks noChangeAspect="1"/>
          </p:cNvPicPr>
          <p:nvPr/>
        </p:nvPicPr>
        <p:blipFill>
          <a:blip r:embed="rId112">
            <a:biLevel thresh="75000"/>
            <a:extLst>
              <a:ext uri="{96DAC541-7B7A-43D3-8B79-37D633B846F1}">
                <asvg:svgBlip xmlns:asvg="http://schemas.microsoft.com/office/drawing/2016/SVG/main" xmlns="" r:embed="rId113"/>
              </a:ext>
            </a:extLst>
          </a:blip>
          <a:stretch>
            <a:fillRect/>
          </a:stretch>
        </p:blipFill>
        <p:spPr>
          <a:xfrm>
            <a:off x="2518652" y="1282923"/>
            <a:ext cx="324000" cy="324000"/>
          </a:xfrm>
          <a:prstGeom prst="rect">
            <a:avLst/>
          </a:prstGeom>
        </p:spPr>
      </p:pic>
      <p:pic>
        <p:nvPicPr>
          <p:cNvPr id="61" name="Graphic 1809">
            <a:extLst>
              <a:ext uri="{FF2B5EF4-FFF2-40B4-BE49-F238E27FC236}">
                <a16:creationId xmlns:a16="http://schemas.microsoft.com/office/drawing/2014/main" xmlns="" id="{AF6F7AAB-478C-49C7-A173-850FE1B98EA0}"/>
              </a:ext>
            </a:extLst>
          </p:cNvPr>
          <p:cNvPicPr>
            <a:picLocks noChangeAspect="1"/>
          </p:cNvPicPr>
          <p:nvPr/>
        </p:nvPicPr>
        <p:blipFill>
          <a:blip r:embed="rId114">
            <a:biLevel thresh="75000"/>
            <a:extLst>
              <a:ext uri="{96DAC541-7B7A-43D3-8B79-37D633B846F1}">
                <asvg:svgBlip xmlns:asvg="http://schemas.microsoft.com/office/drawing/2016/SVG/main" xmlns="" r:embed="rId119"/>
              </a:ext>
            </a:extLst>
          </a:blip>
          <a:stretch>
            <a:fillRect/>
          </a:stretch>
        </p:blipFill>
        <p:spPr>
          <a:xfrm>
            <a:off x="2518406" y="3816236"/>
            <a:ext cx="356004" cy="356004"/>
          </a:xfrm>
          <a:prstGeom prst="rect">
            <a:avLst/>
          </a:prstGeom>
        </p:spPr>
      </p:pic>
      <p:pic>
        <p:nvPicPr>
          <p:cNvPr id="62" name="Graphic 1812">
            <a:extLst>
              <a:ext uri="{FF2B5EF4-FFF2-40B4-BE49-F238E27FC236}">
                <a16:creationId xmlns:a16="http://schemas.microsoft.com/office/drawing/2014/main" xmlns="" id="{73EE93F3-1902-44F3-8034-188396FCC30C}"/>
              </a:ext>
            </a:extLst>
          </p:cNvPr>
          <p:cNvPicPr>
            <a:picLocks noChangeAspect="1"/>
          </p:cNvPicPr>
          <p:nvPr/>
        </p:nvPicPr>
        <p:blipFill>
          <a:blip r:embed="rId120">
            <a:biLevel thresh="75000"/>
            <a:extLst>
              <a:ext uri="{96DAC541-7B7A-43D3-8B79-37D633B846F1}">
                <asvg:svgBlip xmlns:asvg="http://schemas.microsoft.com/office/drawing/2016/SVG/main" xmlns="" r:embed="rId125"/>
              </a:ext>
            </a:extLst>
          </a:blip>
          <a:stretch>
            <a:fillRect/>
          </a:stretch>
        </p:blipFill>
        <p:spPr>
          <a:xfrm>
            <a:off x="1584960" y="5564802"/>
            <a:ext cx="328978" cy="328978"/>
          </a:xfrm>
          <a:prstGeom prst="rect">
            <a:avLst/>
          </a:prstGeom>
        </p:spPr>
      </p:pic>
      <p:pic>
        <p:nvPicPr>
          <p:cNvPr id="63" name="Graphic 1813">
            <a:extLst>
              <a:ext uri="{FF2B5EF4-FFF2-40B4-BE49-F238E27FC236}">
                <a16:creationId xmlns:a16="http://schemas.microsoft.com/office/drawing/2014/main" xmlns="" id="{EDF8EB73-32B5-4BEC-A6D5-806AB483B193}"/>
              </a:ext>
            </a:extLst>
          </p:cNvPr>
          <p:cNvPicPr>
            <a:picLocks noChangeAspect="1"/>
          </p:cNvPicPr>
          <p:nvPr/>
        </p:nvPicPr>
        <p:blipFill>
          <a:blip r:embed="rId126">
            <a:biLevel thresh="75000"/>
            <a:extLst>
              <a:ext uri="{96DAC541-7B7A-43D3-8B79-37D633B846F1}">
                <asvg:svgBlip xmlns:asvg="http://schemas.microsoft.com/office/drawing/2016/SVG/main" xmlns="" r:embed="rId127"/>
              </a:ext>
            </a:extLst>
          </a:blip>
          <a:stretch>
            <a:fillRect/>
          </a:stretch>
        </p:blipFill>
        <p:spPr>
          <a:xfrm>
            <a:off x="8236545" y="5559328"/>
            <a:ext cx="339927" cy="339927"/>
          </a:xfrm>
          <a:prstGeom prst="rect">
            <a:avLst/>
          </a:prstGeom>
        </p:spPr>
      </p:pic>
      <p:pic>
        <p:nvPicPr>
          <p:cNvPr id="64" name="Graphic 1817">
            <a:extLst>
              <a:ext uri="{FF2B5EF4-FFF2-40B4-BE49-F238E27FC236}">
                <a16:creationId xmlns:a16="http://schemas.microsoft.com/office/drawing/2014/main" xmlns="" id="{6F5B4FFC-0619-4057-B875-FF664745ADCE}"/>
              </a:ext>
            </a:extLst>
          </p:cNvPr>
          <p:cNvPicPr>
            <a:picLocks noChangeAspect="1"/>
          </p:cNvPicPr>
          <p:nvPr/>
        </p:nvPicPr>
        <p:blipFill>
          <a:blip r:embed="rId128">
            <a:biLevel thresh="75000"/>
            <a:extLst>
              <a:ext uri="{96DAC541-7B7A-43D3-8B79-37D633B846F1}">
                <asvg:svgBlip xmlns:asvg="http://schemas.microsoft.com/office/drawing/2016/SVG/main" xmlns="" r:embed="rId131"/>
              </a:ext>
            </a:extLst>
          </a:blip>
          <a:stretch>
            <a:fillRect/>
          </a:stretch>
        </p:blipFill>
        <p:spPr>
          <a:xfrm>
            <a:off x="3490084" y="2120627"/>
            <a:ext cx="324000" cy="324000"/>
          </a:xfrm>
          <a:prstGeom prst="rect">
            <a:avLst/>
          </a:prstGeom>
        </p:spPr>
      </p:pic>
      <p:pic>
        <p:nvPicPr>
          <p:cNvPr id="65" name="Graphic 1818">
            <a:extLst>
              <a:ext uri="{FF2B5EF4-FFF2-40B4-BE49-F238E27FC236}">
                <a16:creationId xmlns:a16="http://schemas.microsoft.com/office/drawing/2014/main" xmlns="" id="{93EEE080-1E37-48EA-BDF4-D3168BF44E1F}"/>
              </a:ext>
            </a:extLst>
          </p:cNvPr>
          <p:cNvPicPr>
            <a:picLocks noChangeAspect="1"/>
          </p:cNvPicPr>
          <p:nvPr/>
        </p:nvPicPr>
        <p:blipFill>
          <a:blip r:embed="rId132">
            <a:biLevel thresh="75000"/>
            <a:extLst>
              <a:ext uri="{96DAC541-7B7A-43D3-8B79-37D633B846F1}">
                <asvg:svgBlip xmlns:asvg="http://schemas.microsoft.com/office/drawing/2016/SVG/main" xmlns="" r:embed="rId133"/>
              </a:ext>
            </a:extLst>
          </a:blip>
          <a:stretch>
            <a:fillRect/>
          </a:stretch>
        </p:blipFill>
        <p:spPr>
          <a:xfrm>
            <a:off x="10187012" y="2120627"/>
            <a:ext cx="324000" cy="324000"/>
          </a:xfrm>
          <a:prstGeom prst="rect">
            <a:avLst/>
          </a:prstGeom>
        </p:spPr>
      </p:pic>
      <p:pic>
        <p:nvPicPr>
          <p:cNvPr id="66" name="Graphic 1819">
            <a:extLst>
              <a:ext uri="{FF2B5EF4-FFF2-40B4-BE49-F238E27FC236}">
                <a16:creationId xmlns:a16="http://schemas.microsoft.com/office/drawing/2014/main" xmlns="" id="{6CF0F98E-3D2F-449C-8893-2B41B306F542}"/>
              </a:ext>
            </a:extLst>
          </p:cNvPr>
          <p:cNvPicPr>
            <a:picLocks noChangeAspect="1"/>
          </p:cNvPicPr>
          <p:nvPr/>
        </p:nvPicPr>
        <p:blipFill>
          <a:blip r:embed="rId134">
            <a:biLevel thresh="75000"/>
            <a:extLst>
              <a:ext uri="{96DAC541-7B7A-43D3-8B79-37D633B846F1}">
                <asvg:svgBlip xmlns:asvg="http://schemas.microsoft.com/office/drawing/2016/SVG/main" xmlns="" r:embed="rId135"/>
              </a:ext>
            </a:extLst>
          </a:blip>
          <a:stretch>
            <a:fillRect/>
          </a:stretch>
        </p:blipFill>
        <p:spPr>
          <a:xfrm>
            <a:off x="5423731" y="4713762"/>
            <a:ext cx="288000" cy="288000"/>
          </a:xfrm>
          <a:prstGeom prst="rect">
            <a:avLst/>
          </a:prstGeom>
        </p:spPr>
      </p:pic>
      <p:pic>
        <p:nvPicPr>
          <p:cNvPr id="67" name="Graphic 1821">
            <a:extLst>
              <a:ext uri="{FF2B5EF4-FFF2-40B4-BE49-F238E27FC236}">
                <a16:creationId xmlns:a16="http://schemas.microsoft.com/office/drawing/2014/main" xmlns="" id="{9EB024D1-5E51-4C90-8537-583E5621D8DA}"/>
              </a:ext>
            </a:extLst>
          </p:cNvPr>
          <p:cNvPicPr>
            <a:picLocks noChangeAspect="1"/>
          </p:cNvPicPr>
          <p:nvPr/>
        </p:nvPicPr>
        <p:blipFill>
          <a:blip r:embed="rId136">
            <a:biLevel thresh="75000"/>
            <a:extLst>
              <a:ext uri="{96DAC541-7B7A-43D3-8B79-37D633B846F1}">
                <asvg:svgBlip xmlns:asvg="http://schemas.microsoft.com/office/drawing/2016/SVG/main" xmlns="" r:embed="rId139"/>
              </a:ext>
            </a:extLst>
          </a:blip>
          <a:stretch>
            <a:fillRect/>
          </a:stretch>
        </p:blipFill>
        <p:spPr>
          <a:xfrm>
            <a:off x="3476992" y="1282923"/>
            <a:ext cx="324000" cy="324000"/>
          </a:xfrm>
          <a:prstGeom prst="rect">
            <a:avLst/>
          </a:prstGeom>
        </p:spPr>
      </p:pic>
      <p:pic>
        <p:nvPicPr>
          <p:cNvPr id="68" name="Graphic 686">
            <a:extLst>
              <a:ext uri="{FF2B5EF4-FFF2-40B4-BE49-F238E27FC236}">
                <a16:creationId xmlns:a16="http://schemas.microsoft.com/office/drawing/2014/main" xmlns="" id="{19EFD5C2-34F7-4E37-8A72-EFB3CBCE618B}"/>
              </a:ext>
            </a:extLst>
          </p:cNvPr>
          <p:cNvPicPr>
            <a:picLocks noChangeAspect="1"/>
          </p:cNvPicPr>
          <p:nvPr/>
        </p:nvPicPr>
        <p:blipFill>
          <a:blip r:embed="rId140">
            <a:biLevel thresh="75000"/>
            <a:extLst>
              <a:ext uri="{96DAC541-7B7A-43D3-8B79-37D633B846F1}">
                <asvg:svgBlip xmlns:asvg="http://schemas.microsoft.com/office/drawing/2016/SVG/main" xmlns="" r:embed="rId141"/>
              </a:ext>
            </a:extLst>
          </a:blip>
          <a:stretch>
            <a:fillRect/>
          </a:stretch>
        </p:blipFill>
        <p:spPr>
          <a:xfrm>
            <a:off x="7316900" y="2120627"/>
            <a:ext cx="324000" cy="324000"/>
          </a:xfrm>
          <a:prstGeom prst="rect">
            <a:avLst/>
          </a:prstGeom>
        </p:spPr>
      </p:pic>
      <p:pic>
        <p:nvPicPr>
          <p:cNvPr id="69" name="Graphic 710">
            <a:extLst>
              <a:ext uri="{FF2B5EF4-FFF2-40B4-BE49-F238E27FC236}">
                <a16:creationId xmlns:a16="http://schemas.microsoft.com/office/drawing/2014/main" xmlns="" id="{34BD622B-86A7-4CC4-B32B-9DBE1CFD560D}"/>
              </a:ext>
            </a:extLst>
          </p:cNvPr>
          <p:cNvPicPr>
            <a:picLocks noChangeAspect="1"/>
          </p:cNvPicPr>
          <p:nvPr/>
        </p:nvPicPr>
        <p:blipFill>
          <a:blip r:embed="rId142">
            <a:biLevel thresh="75000"/>
            <a:extLst>
              <a:ext uri="{96DAC541-7B7A-43D3-8B79-37D633B846F1}">
                <asvg:svgBlip xmlns:asvg="http://schemas.microsoft.com/office/drawing/2016/SVG/main" xmlns="" r:embed="rId143"/>
              </a:ext>
            </a:extLst>
          </a:blip>
          <a:stretch>
            <a:fillRect/>
          </a:stretch>
        </p:blipFill>
        <p:spPr>
          <a:xfrm>
            <a:off x="8273604" y="2120627"/>
            <a:ext cx="324000" cy="324000"/>
          </a:xfrm>
          <a:prstGeom prst="rect">
            <a:avLst/>
          </a:prstGeom>
        </p:spPr>
      </p:pic>
      <p:pic>
        <p:nvPicPr>
          <p:cNvPr id="70" name="Graphic 713">
            <a:extLst>
              <a:ext uri="{FF2B5EF4-FFF2-40B4-BE49-F238E27FC236}">
                <a16:creationId xmlns:a16="http://schemas.microsoft.com/office/drawing/2014/main" xmlns="" id="{ACD19980-C005-418B-83B1-8E3919A1EF94}"/>
              </a:ext>
            </a:extLst>
          </p:cNvPr>
          <p:cNvPicPr>
            <a:picLocks noChangeAspect="1"/>
          </p:cNvPicPr>
          <p:nvPr/>
        </p:nvPicPr>
        <p:blipFill>
          <a:blip r:embed="rId144">
            <a:biLevel thresh="75000"/>
            <a:extLst>
              <a:ext uri="{96DAC541-7B7A-43D3-8B79-37D633B846F1}">
                <asvg:svgBlip xmlns:asvg="http://schemas.microsoft.com/office/drawing/2016/SVG/main" xmlns="" r:embed="rId117"/>
              </a:ext>
            </a:extLst>
          </a:blip>
          <a:stretch>
            <a:fillRect/>
          </a:stretch>
        </p:blipFill>
        <p:spPr>
          <a:xfrm>
            <a:off x="9240473" y="4705287"/>
            <a:ext cx="324000" cy="324000"/>
          </a:xfrm>
          <a:prstGeom prst="rect">
            <a:avLst/>
          </a:prstGeom>
        </p:spPr>
      </p:pic>
      <p:pic>
        <p:nvPicPr>
          <p:cNvPr id="71" name="Graphic 714">
            <a:extLst>
              <a:ext uri="{FF2B5EF4-FFF2-40B4-BE49-F238E27FC236}">
                <a16:creationId xmlns:a16="http://schemas.microsoft.com/office/drawing/2014/main" xmlns="" id="{E7B645CD-41A3-4BFA-B3EA-464A3EE0E6AA}"/>
              </a:ext>
            </a:extLst>
          </p:cNvPr>
          <p:cNvPicPr>
            <a:picLocks noChangeAspect="1"/>
          </p:cNvPicPr>
          <p:nvPr/>
        </p:nvPicPr>
        <p:blipFill>
          <a:blip r:embed="rId145">
            <a:biLevel thresh="75000"/>
            <a:extLst>
              <a:ext uri="{96DAC541-7B7A-43D3-8B79-37D633B846F1}">
                <asvg:svgBlip xmlns:asvg="http://schemas.microsoft.com/office/drawing/2016/SVG/main" xmlns="" r:embed="rId146"/>
              </a:ext>
            </a:extLst>
          </a:blip>
          <a:stretch>
            <a:fillRect/>
          </a:stretch>
        </p:blipFill>
        <p:spPr>
          <a:xfrm>
            <a:off x="10210093" y="4732812"/>
            <a:ext cx="288000" cy="288000"/>
          </a:xfrm>
          <a:prstGeom prst="rect">
            <a:avLst/>
          </a:prstGeom>
        </p:spPr>
      </p:pic>
      <p:pic>
        <p:nvPicPr>
          <p:cNvPr id="72" name="Graphic 697">
            <a:extLst>
              <a:ext uri="{FF2B5EF4-FFF2-40B4-BE49-F238E27FC236}">
                <a16:creationId xmlns:a16="http://schemas.microsoft.com/office/drawing/2014/main" xmlns="" id="{E7A30D3B-2072-4658-AC92-9712F8A0E3E0}"/>
              </a:ext>
            </a:extLst>
          </p:cNvPr>
          <p:cNvPicPr>
            <a:picLocks noChangeAspect="1"/>
          </p:cNvPicPr>
          <p:nvPr/>
        </p:nvPicPr>
        <p:blipFill>
          <a:blip r:embed="rId147">
            <a:biLevel thresh="75000"/>
            <a:extLst>
              <a:ext uri="{96DAC541-7B7A-43D3-8B79-37D633B846F1}">
                <asvg:svgBlip xmlns:asvg="http://schemas.microsoft.com/office/drawing/2016/SVG/main" xmlns="" r:embed="rId89"/>
              </a:ext>
            </a:extLst>
          </a:blip>
          <a:stretch>
            <a:fillRect/>
          </a:stretch>
        </p:blipFill>
        <p:spPr>
          <a:xfrm>
            <a:off x="8270853" y="4695762"/>
            <a:ext cx="324000" cy="324000"/>
          </a:xfrm>
          <a:prstGeom prst="rect">
            <a:avLst/>
          </a:prstGeom>
        </p:spPr>
      </p:pic>
      <p:pic>
        <p:nvPicPr>
          <p:cNvPr id="73" name="Graphic 1199">
            <a:extLst>
              <a:ext uri="{FF2B5EF4-FFF2-40B4-BE49-F238E27FC236}">
                <a16:creationId xmlns:a16="http://schemas.microsoft.com/office/drawing/2014/main" xmlns="" id="{E2058CB1-308B-48CE-B607-B5CA1304C508}"/>
              </a:ext>
            </a:extLst>
          </p:cNvPr>
          <p:cNvPicPr>
            <a:picLocks noChangeAspect="1"/>
          </p:cNvPicPr>
          <p:nvPr/>
        </p:nvPicPr>
        <p:blipFill>
          <a:blip r:embed="rId148">
            <a:biLevel thresh="75000"/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557456" y="4695762"/>
            <a:ext cx="324000" cy="324000"/>
          </a:xfrm>
          <a:prstGeom prst="rect">
            <a:avLst/>
          </a:prstGeom>
        </p:spPr>
      </p:pic>
      <p:pic>
        <p:nvPicPr>
          <p:cNvPr id="74" name="Graphic 1201">
            <a:extLst>
              <a:ext uri="{FF2B5EF4-FFF2-40B4-BE49-F238E27FC236}">
                <a16:creationId xmlns:a16="http://schemas.microsoft.com/office/drawing/2014/main" xmlns="" id="{8A828CDA-706A-43CE-AA60-45BB7C3C0728}"/>
              </a:ext>
            </a:extLst>
          </p:cNvPr>
          <p:cNvPicPr>
            <a:picLocks noChangeAspect="1"/>
          </p:cNvPicPr>
          <p:nvPr/>
        </p:nvPicPr>
        <p:blipFill>
          <a:blip r:embed="rId149">
            <a:biLevel thresh="75000"/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587836" y="4695762"/>
            <a:ext cx="324000" cy="324000"/>
          </a:xfrm>
          <a:prstGeom prst="rect">
            <a:avLst/>
          </a:prstGeom>
        </p:spPr>
      </p:pic>
      <p:pic>
        <p:nvPicPr>
          <p:cNvPr id="75" name="Graphic 1235">
            <a:extLst>
              <a:ext uri="{FF2B5EF4-FFF2-40B4-BE49-F238E27FC236}">
                <a16:creationId xmlns:a16="http://schemas.microsoft.com/office/drawing/2014/main" xmlns="" id="{3927AE95-7F91-44E1-95C4-F70B7D3977A3}"/>
              </a:ext>
            </a:extLst>
          </p:cNvPr>
          <p:cNvPicPr>
            <a:picLocks noChangeAspect="1"/>
          </p:cNvPicPr>
          <p:nvPr/>
        </p:nvPicPr>
        <p:blipFill>
          <a:blip r:embed="rId150">
            <a:biLevel thresh="75000"/>
            <a:extLst>
              <a:ext uri="{96DAC541-7B7A-43D3-8B79-37D633B846F1}">
                <asvg:svgBlip xmlns:asvg="http://schemas.microsoft.com/office/drawing/2016/SVG/main" xmlns="" r:embed="rId81"/>
              </a:ext>
            </a:extLst>
          </a:blip>
          <a:stretch>
            <a:fillRect/>
          </a:stretch>
        </p:blipFill>
        <p:spPr>
          <a:xfrm>
            <a:off x="621867" y="3832687"/>
            <a:ext cx="323103" cy="323103"/>
          </a:xfrm>
          <a:prstGeom prst="rect">
            <a:avLst/>
          </a:prstGeom>
        </p:spPr>
      </p:pic>
      <p:pic>
        <p:nvPicPr>
          <p:cNvPr id="76" name="Graphic 1238">
            <a:extLst>
              <a:ext uri="{FF2B5EF4-FFF2-40B4-BE49-F238E27FC236}">
                <a16:creationId xmlns:a16="http://schemas.microsoft.com/office/drawing/2014/main" xmlns="" id="{DD54D382-2C41-4297-97CF-8B039B61F220}"/>
              </a:ext>
            </a:extLst>
          </p:cNvPr>
          <p:cNvPicPr>
            <a:picLocks noChangeAspect="1"/>
          </p:cNvPicPr>
          <p:nvPr/>
        </p:nvPicPr>
        <p:blipFill>
          <a:blip r:embed="rId151">
            <a:biLevel thresh="75000"/>
            <a:extLst>
              <a:ext uri="{96DAC541-7B7A-43D3-8B79-37D633B846F1}">
                <asvg:svgBlip xmlns:asvg="http://schemas.microsoft.com/office/drawing/2016/SVG/main" xmlns="" r:embed="rId87"/>
              </a:ext>
            </a:extLst>
          </a:blip>
          <a:stretch>
            <a:fillRect/>
          </a:stretch>
        </p:blipFill>
        <p:spPr>
          <a:xfrm>
            <a:off x="1567390" y="3829940"/>
            <a:ext cx="328596" cy="328596"/>
          </a:xfrm>
          <a:prstGeom prst="rect">
            <a:avLst/>
          </a:prstGeom>
        </p:spPr>
      </p:pic>
      <p:pic>
        <p:nvPicPr>
          <p:cNvPr id="77" name="Graphic 1249">
            <a:extLst>
              <a:ext uri="{FF2B5EF4-FFF2-40B4-BE49-F238E27FC236}">
                <a16:creationId xmlns:a16="http://schemas.microsoft.com/office/drawing/2014/main" xmlns="" id="{832FE3EC-397B-4C44-86DB-BCAB5AB5BE40}"/>
              </a:ext>
            </a:extLst>
          </p:cNvPr>
          <p:cNvPicPr>
            <a:picLocks noChangeAspect="1"/>
          </p:cNvPicPr>
          <p:nvPr/>
        </p:nvPicPr>
        <p:blipFill>
          <a:blip r:embed="rId152">
            <a:biLevel thresh="75000"/>
            <a:extLst>
              <a:ext uri="{96DAC541-7B7A-43D3-8B79-37D633B846F1}">
                <asvg:svgBlip xmlns:asvg="http://schemas.microsoft.com/office/drawing/2016/SVG/main" xmlns="" r:embed="rId99"/>
              </a:ext>
            </a:extLst>
          </a:blip>
          <a:stretch>
            <a:fillRect/>
          </a:stretch>
        </p:blipFill>
        <p:spPr>
          <a:xfrm>
            <a:off x="7330958" y="3832238"/>
            <a:ext cx="324000" cy="324000"/>
          </a:xfrm>
          <a:prstGeom prst="rect">
            <a:avLst/>
          </a:prstGeom>
        </p:spPr>
      </p:pic>
      <p:pic>
        <p:nvPicPr>
          <p:cNvPr id="78" name="Graphic 1252">
            <a:extLst>
              <a:ext uri="{FF2B5EF4-FFF2-40B4-BE49-F238E27FC236}">
                <a16:creationId xmlns:a16="http://schemas.microsoft.com/office/drawing/2014/main" xmlns="" id="{8B33BE89-2634-4E29-AC39-0B473C6C0A80}"/>
              </a:ext>
            </a:extLst>
          </p:cNvPr>
          <p:cNvPicPr>
            <a:picLocks noChangeAspect="1"/>
          </p:cNvPicPr>
          <p:nvPr/>
        </p:nvPicPr>
        <p:blipFill>
          <a:blip r:embed="rId153">
            <a:biLevel thresh="75000"/>
            <a:extLst>
              <a:ext uri="{96DAC541-7B7A-43D3-8B79-37D633B846F1}">
                <asvg:svgBlip xmlns:asvg="http://schemas.microsoft.com/office/drawing/2016/SVG/main" xmlns="" r:embed="rId154"/>
              </a:ext>
            </a:extLst>
          </a:blip>
          <a:stretch>
            <a:fillRect/>
          </a:stretch>
        </p:blipFill>
        <p:spPr>
          <a:xfrm>
            <a:off x="6384538" y="3832238"/>
            <a:ext cx="324000" cy="324000"/>
          </a:xfrm>
          <a:prstGeom prst="rect">
            <a:avLst/>
          </a:prstGeom>
        </p:spPr>
      </p:pic>
      <p:pic>
        <p:nvPicPr>
          <p:cNvPr id="79" name="Graphic 1275">
            <a:extLst>
              <a:ext uri="{FF2B5EF4-FFF2-40B4-BE49-F238E27FC236}">
                <a16:creationId xmlns:a16="http://schemas.microsoft.com/office/drawing/2014/main" xmlns="" id="{E5F070BE-98D2-46F8-A3CE-93521855E54A}"/>
              </a:ext>
            </a:extLst>
          </p:cNvPr>
          <p:cNvPicPr>
            <a:picLocks noChangeAspect="1"/>
          </p:cNvPicPr>
          <p:nvPr/>
        </p:nvPicPr>
        <p:blipFill>
          <a:blip r:embed="rId155">
            <a:biLevel thresh="75000"/>
            <a:extLst>
              <a:ext uri="{96DAC541-7B7A-43D3-8B79-37D633B846F1}">
                <asvg:svgBlip xmlns:asvg="http://schemas.microsoft.com/office/drawing/2016/SVG/main" xmlns="" r:embed="rId156"/>
              </a:ext>
            </a:extLst>
          </a:blip>
          <a:stretch>
            <a:fillRect/>
          </a:stretch>
        </p:blipFill>
        <p:spPr>
          <a:xfrm>
            <a:off x="3504564" y="4687799"/>
            <a:ext cx="339927" cy="339927"/>
          </a:xfrm>
          <a:prstGeom prst="rect">
            <a:avLst/>
          </a:prstGeom>
        </p:spPr>
      </p:pic>
      <p:pic>
        <p:nvPicPr>
          <p:cNvPr id="80" name="Graphic 1212">
            <a:extLst>
              <a:ext uri="{FF2B5EF4-FFF2-40B4-BE49-F238E27FC236}">
                <a16:creationId xmlns:a16="http://schemas.microsoft.com/office/drawing/2014/main" xmlns="" id="{CB9C3736-6D8B-4833-850C-5E757C2F9120}"/>
              </a:ext>
            </a:extLst>
          </p:cNvPr>
          <p:cNvPicPr>
            <a:picLocks noChangeAspect="1"/>
          </p:cNvPicPr>
          <p:nvPr/>
        </p:nvPicPr>
        <p:blipFill>
          <a:blip r:embed="rId157">
            <a:biLevel thresh="75000"/>
            <a:extLst>
              <a:ext uri="{96DAC541-7B7A-43D3-8B79-37D633B846F1}">
                <asvg:svgBlip xmlns:asvg="http://schemas.microsoft.com/office/drawing/2016/SVG/main" xmlns="" r:embed="rId37"/>
              </a:ext>
            </a:extLst>
          </a:blip>
          <a:stretch>
            <a:fillRect/>
          </a:stretch>
        </p:blipFill>
        <p:spPr>
          <a:xfrm>
            <a:off x="4471726" y="3841271"/>
            <a:ext cx="305934" cy="305934"/>
          </a:xfrm>
          <a:prstGeom prst="rect">
            <a:avLst/>
          </a:prstGeom>
        </p:spPr>
      </p:pic>
      <p:pic>
        <p:nvPicPr>
          <p:cNvPr id="81" name="Graphic 1215">
            <a:extLst>
              <a:ext uri="{FF2B5EF4-FFF2-40B4-BE49-F238E27FC236}">
                <a16:creationId xmlns:a16="http://schemas.microsoft.com/office/drawing/2014/main" xmlns="" id="{CE526294-31E4-4472-BD2C-1983A8339CF1}"/>
              </a:ext>
            </a:extLst>
          </p:cNvPr>
          <p:cNvPicPr>
            <a:picLocks noChangeAspect="1"/>
          </p:cNvPicPr>
          <p:nvPr/>
        </p:nvPicPr>
        <p:blipFill>
          <a:blip r:embed="rId158">
            <a:biLevel thresh="75000"/>
            <a:extLst>
              <a:ext uri="{96DAC541-7B7A-43D3-8B79-37D633B846F1}">
                <asvg:svgBlip xmlns:asvg="http://schemas.microsoft.com/office/drawing/2016/SVG/main" xmlns="" r:embed="rId43"/>
              </a:ext>
            </a:extLst>
          </a:blip>
          <a:stretch>
            <a:fillRect/>
          </a:stretch>
        </p:blipFill>
        <p:spPr>
          <a:xfrm>
            <a:off x="4446788" y="2120627"/>
            <a:ext cx="324000" cy="324000"/>
          </a:xfrm>
          <a:prstGeom prst="rect">
            <a:avLst/>
          </a:prstGeom>
        </p:spPr>
      </p:pic>
      <p:pic>
        <p:nvPicPr>
          <p:cNvPr id="82" name="Graphic 1218">
            <a:extLst>
              <a:ext uri="{FF2B5EF4-FFF2-40B4-BE49-F238E27FC236}">
                <a16:creationId xmlns:a16="http://schemas.microsoft.com/office/drawing/2014/main" xmlns="" id="{95163DAB-0B3A-4BD7-97C6-1C707402FC99}"/>
              </a:ext>
            </a:extLst>
          </p:cNvPr>
          <p:cNvPicPr>
            <a:picLocks noChangeAspect="1"/>
          </p:cNvPicPr>
          <p:nvPr/>
        </p:nvPicPr>
        <p:blipFill>
          <a:blip r:embed="rId159">
            <a:biLevel thresh="75000"/>
            <a:extLst>
              <a:ext uri="{96DAC541-7B7A-43D3-8B79-37D633B846F1}">
                <asvg:svgBlip xmlns:asvg="http://schemas.microsoft.com/office/drawing/2016/SVG/main" xmlns="" r:embed="rId49"/>
              </a:ext>
            </a:extLst>
          </a:blip>
          <a:stretch>
            <a:fillRect/>
          </a:stretch>
        </p:blipFill>
        <p:spPr>
          <a:xfrm>
            <a:off x="7286860" y="5567291"/>
            <a:ext cx="324000" cy="324000"/>
          </a:xfrm>
          <a:prstGeom prst="rect">
            <a:avLst/>
          </a:prstGeom>
        </p:spPr>
      </p:pic>
      <p:pic>
        <p:nvPicPr>
          <p:cNvPr id="83" name="Graphic 1246">
            <a:extLst>
              <a:ext uri="{FF2B5EF4-FFF2-40B4-BE49-F238E27FC236}">
                <a16:creationId xmlns:a16="http://schemas.microsoft.com/office/drawing/2014/main" xmlns="" id="{2739CF9A-90DA-4A37-B904-6CA129D26B69}"/>
              </a:ext>
            </a:extLst>
          </p:cNvPr>
          <p:cNvPicPr>
            <a:picLocks noChangeAspect="1"/>
          </p:cNvPicPr>
          <p:nvPr/>
        </p:nvPicPr>
        <p:blipFill>
          <a:blip r:embed="rId160">
            <a:biLevel thresh="75000"/>
            <a:extLst>
              <a:ext uri="{96DAC541-7B7A-43D3-8B79-37D633B846F1}">
                <asvg:svgBlip xmlns:asvg="http://schemas.microsoft.com/office/drawing/2016/SVG/main" xmlns="" r:embed="rId161"/>
              </a:ext>
            </a:extLst>
          </a:blip>
          <a:stretch>
            <a:fillRect/>
          </a:stretch>
        </p:blipFill>
        <p:spPr>
          <a:xfrm>
            <a:off x="10204569" y="3827107"/>
            <a:ext cx="334262" cy="334262"/>
          </a:xfrm>
          <a:prstGeom prst="rect">
            <a:avLst/>
          </a:prstGeom>
        </p:spPr>
      </p:pic>
      <p:pic>
        <p:nvPicPr>
          <p:cNvPr id="84" name="Graphic 938">
            <a:extLst>
              <a:ext uri="{FF2B5EF4-FFF2-40B4-BE49-F238E27FC236}">
                <a16:creationId xmlns:a16="http://schemas.microsoft.com/office/drawing/2014/main" xmlns="" id="{E0C0059E-FE36-4312-8049-84A5FAC915CA}"/>
              </a:ext>
            </a:extLst>
          </p:cNvPr>
          <p:cNvPicPr>
            <a:picLocks noChangeAspect="1"/>
          </p:cNvPicPr>
          <p:nvPr/>
        </p:nvPicPr>
        <p:blipFill>
          <a:blip r:embed="rId162">
            <a:biLevel thresh="75000"/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3972" y="2102627"/>
            <a:ext cx="360000" cy="360000"/>
          </a:xfrm>
          <a:prstGeom prst="rect">
            <a:avLst/>
          </a:prstGeom>
        </p:spPr>
      </p:pic>
      <p:pic>
        <p:nvPicPr>
          <p:cNvPr id="85" name="Graphic 943">
            <a:extLst>
              <a:ext uri="{FF2B5EF4-FFF2-40B4-BE49-F238E27FC236}">
                <a16:creationId xmlns:a16="http://schemas.microsoft.com/office/drawing/2014/main" xmlns="" id="{257B0021-CD10-41AC-9252-4EF1E40F8A70}"/>
              </a:ext>
            </a:extLst>
          </p:cNvPr>
          <p:cNvPicPr>
            <a:picLocks noChangeAspect="1"/>
          </p:cNvPicPr>
          <p:nvPr/>
        </p:nvPicPr>
        <p:blipFill>
          <a:blip r:embed="rId163">
            <a:biLevel thresh="75000"/>
            <a:extLst>
              <a:ext uri="{96DAC541-7B7A-43D3-8B79-37D633B846F1}">
                <asvg:svgBlip xmlns:asvg="http://schemas.microsoft.com/office/drawing/2016/SVG/main" xmlns="" r:embed="rId164"/>
              </a:ext>
            </a:extLst>
          </a:blip>
          <a:stretch>
            <a:fillRect/>
          </a:stretch>
        </p:blipFill>
        <p:spPr>
          <a:xfrm>
            <a:off x="2522601" y="2980190"/>
            <a:ext cx="324000" cy="324000"/>
          </a:xfrm>
          <a:prstGeom prst="rect">
            <a:avLst/>
          </a:prstGeom>
        </p:spPr>
      </p:pic>
      <p:pic>
        <p:nvPicPr>
          <p:cNvPr id="86" name="Graphic 945">
            <a:extLst>
              <a:ext uri="{FF2B5EF4-FFF2-40B4-BE49-F238E27FC236}">
                <a16:creationId xmlns:a16="http://schemas.microsoft.com/office/drawing/2014/main" xmlns="" id="{E666CF01-0FD2-4C54-95DD-B24092604665}"/>
              </a:ext>
            </a:extLst>
          </p:cNvPr>
          <p:cNvPicPr>
            <a:picLocks noChangeAspect="1"/>
          </p:cNvPicPr>
          <p:nvPr/>
        </p:nvPicPr>
        <p:blipFill>
          <a:blip r:embed="rId165">
            <a:biLevel thresh="75000"/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6360196" y="2120627"/>
            <a:ext cx="324000" cy="324000"/>
          </a:xfrm>
          <a:prstGeom prst="rect">
            <a:avLst/>
          </a:prstGeom>
        </p:spPr>
      </p:pic>
      <p:pic>
        <p:nvPicPr>
          <p:cNvPr id="87" name="Graphic 950">
            <a:extLst>
              <a:ext uri="{FF2B5EF4-FFF2-40B4-BE49-F238E27FC236}">
                <a16:creationId xmlns:a16="http://schemas.microsoft.com/office/drawing/2014/main" xmlns="" id="{4CC4E338-C826-4545-8258-001FFA53C03E}"/>
              </a:ext>
            </a:extLst>
          </p:cNvPr>
          <p:cNvPicPr>
            <a:picLocks noChangeAspect="1"/>
          </p:cNvPicPr>
          <p:nvPr/>
        </p:nvPicPr>
        <p:blipFill>
          <a:blip r:embed="rId166">
            <a:biLevel thresh="75000"/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9227908" y="2980190"/>
            <a:ext cx="324000" cy="324000"/>
          </a:xfrm>
          <a:prstGeom prst="rect">
            <a:avLst/>
          </a:prstGeom>
        </p:spPr>
      </p:pic>
      <p:pic>
        <p:nvPicPr>
          <p:cNvPr id="88" name="Graphic 952">
            <a:extLst>
              <a:ext uri="{FF2B5EF4-FFF2-40B4-BE49-F238E27FC236}">
                <a16:creationId xmlns:a16="http://schemas.microsoft.com/office/drawing/2014/main" xmlns="" id="{2B834729-F3C7-4E32-9F0A-08DF7F0E77D2}"/>
              </a:ext>
            </a:extLst>
          </p:cNvPr>
          <p:cNvPicPr>
            <a:picLocks noChangeAspect="1"/>
          </p:cNvPicPr>
          <p:nvPr/>
        </p:nvPicPr>
        <p:blipFill>
          <a:blip r:embed="rId167">
            <a:biLevel thresh="75000"/>
            <a:extLst>
              <a:ext uri="{96DAC541-7B7A-43D3-8B79-37D633B846F1}">
                <asvg:svgBlip xmlns:asvg="http://schemas.microsoft.com/office/drawing/2016/SVG/main" xmlns="" r:embed="rId168"/>
              </a:ext>
            </a:extLst>
          </a:blip>
          <a:stretch>
            <a:fillRect/>
          </a:stretch>
        </p:blipFill>
        <p:spPr>
          <a:xfrm>
            <a:off x="9223798" y="3815063"/>
            <a:ext cx="358351" cy="358351"/>
          </a:xfrm>
          <a:prstGeom prst="rect">
            <a:avLst/>
          </a:prstGeom>
        </p:spPr>
      </p:pic>
      <p:pic>
        <p:nvPicPr>
          <p:cNvPr id="89" name="Graphic 953">
            <a:extLst>
              <a:ext uri="{FF2B5EF4-FFF2-40B4-BE49-F238E27FC236}">
                <a16:creationId xmlns:a16="http://schemas.microsoft.com/office/drawing/2014/main" xmlns="" id="{DF1FE777-FC87-47BE-953D-224FC9D8204B}"/>
              </a:ext>
            </a:extLst>
          </p:cNvPr>
          <p:cNvPicPr>
            <a:picLocks noChangeAspect="1"/>
          </p:cNvPicPr>
          <p:nvPr/>
        </p:nvPicPr>
        <p:blipFill>
          <a:blip r:embed="rId169">
            <a:biLevel thresh="75000"/>
            <a:extLst>
              <a:ext uri="{96DAC541-7B7A-43D3-8B79-37D633B846F1}">
                <asvg:svgBlip xmlns:asvg="http://schemas.microsoft.com/office/drawing/2016/SVG/main" xmlns="" r:embed="rId33"/>
              </a:ext>
            </a:extLst>
          </a:blip>
          <a:stretch>
            <a:fillRect/>
          </a:stretch>
        </p:blipFill>
        <p:spPr>
          <a:xfrm>
            <a:off x="10185809" y="2980190"/>
            <a:ext cx="324000" cy="324000"/>
          </a:xfrm>
          <a:prstGeom prst="rect">
            <a:avLst/>
          </a:prstGeom>
        </p:spPr>
      </p:pic>
      <p:pic>
        <p:nvPicPr>
          <p:cNvPr id="90" name="Graphic 954">
            <a:extLst>
              <a:ext uri="{FF2B5EF4-FFF2-40B4-BE49-F238E27FC236}">
                <a16:creationId xmlns:a16="http://schemas.microsoft.com/office/drawing/2014/main" xmlns="" id="{1A914191-4214-4590-B9E9-01C81EBC40A3}"/>
              </a:ext>
            </a:extLst>
          </p:cNvPr>
          <p:cNvPicPr>
            <a:picLocks noChangeAspect="1"/>
          </p:cNvPicPr>
          <p:nvPr/>
        </p:nvPicPr>
        <p:blipFill>
          <a:blip r:embed="rId170">
            <a:biLevel thresh="75000"/>
            <a:extLst>
              <a:ext uri="{96DAC541-7B7A-43D3-8B79-37D633B846F1}">
                <asvg:svgBlip xmlns:asvg="http://schemas.microsoft.com/office/drawing/2016/SVG/main" xmlns="" r:embed="rId35"/>
              </a:ext>
            </a:extLst>
          </a:blip>
          <a:stretch>
            <a:fillRect/>
          </a:stretch>
        </p:blipFill>
        <p:spPr>
          <a:xfrm>
            <a:off x="8270007" y="2980190"/>
            <a:ext cx="324000" cy="324000"/>
          </a:xfrm>
          <a:prstGeom prst="rect">
            <a:avLst/>
          </a:prstGeom>
        </p:spPr>
      </p:pic>
      <p:pic>
        <p:nvPicPr>
          <p:cNvPr id="91" name="Graphic 956">
            <a:extLst>
              <a:ext uri="{FF2B5EF4-FFF2-40B4-BE49-F238E27FC236}">
                <a16:creationId xmlns:a16="http://schemas.microsoft.com/office/drawing/2014/main" xmlns="" id="{117A4154-BC1F-4080-8C3A-D5FE17A29B45}"/>
              </a:ext>
            </a:extLst>
          </p:cNvPr>
          <p:cNvPicPr>
            <a:picLocks noChangeAspect="1"/>
          </p:cNvPicPr>
          <p:nvPr/>
        </p:nvPicPr>
        <p:blipFill>
          <a:blip r:embed="rId171">
            <a:biLevel thresh="75000"/>
            <a:extLst>
              <a:ext uri="{96DAC541-7B7A-43D3-8B79-37D633B846F1}">
                <asvg:svgBlip xmlns:asvg="http://schemas.microsoft.com/office/drawing/2016/SVG/main" xmlns="" r:embed="rId172"/>
              </a:ext>
            </a:extLst>
          </a:blip>
          <a:stretch>
            <a:fillRect/>
          </a:stretch>
        </p:blipFill>
        <p:spPr>
          <a:xfrm>
            <a:off x="6354205" y="2980190"/>
            <a:ext cx="324000" cy="324000"/>
          </a:xfrm>
          <a:prstGeom prst="rect">
            <a:avLst/>
          </a:prstGeom>
        </p:spPr>
      </p:pic>
      <p:pic>
        <p:nvPicPr>
          <p:cNvPr id="92" name="Graphic 1003">
            <a:extLst>
              <a:ext uri="{FF2B5EF4-FFF2-40B4-BE49-F238E27FC236}">
                <a16:creationId xmlns:a16="http://schemas.microsoft.com/office/drawing/2014/main" xmlns="" id="{3EB07BF8-E702-4394-A00C-6D0E26C0EC08}"/>
              </a:ext>
            </a:extLst>
          </p:cNvPr>
          <p:cNvPicPr>
            <a:picLocks noChangeAspect="1"/>
          </p:cNvPicPr>
          <p:nvPr/>
        </p:nvPicPr>
        <p:blipFill>
          <a:blip r:embed="rId173">
            <a:biLevel thresh="75000"/>
            <a:extLst>
              <a:ext uri="{96DAC541-7B7A-43D3-8B79-37D633B846F1}">
                <asvg:svgBlip xmlns:asvg="http://schemas.microsoft.com/office/drawing/2016/SVG/main" xmlns="" r:embed="rId174"/>
              </a:ext>
            </a:extLst>
          </a:blip>
          <a:stretch>
            <a:fillRect/>
          </a:stretch>
        </p:blipFill>
        <p:spPr>
          <a:xfrm>
            <a:off x="5396304" y="2980190"/>
            <a:ext cx="324000" cy="324000"/>
          </a:xfrm>
          <a:prstGeom prst="rect">
            <a:avLst/>
          </a:prstGeom>
        </p:spPr>
      </p:pic>
      <p:pic>
        <p:nvPicPr>
          <p:cNvPr id="93" name="Graphic 1005">
            <a:extLst>
              <a:ext uri="{FF2B5EF4-FFF2-40B4-BE49-F238E27FC236}">
                <a16:creationId xmlns:a16="http://schemas.microsoft.com/office/drawing/2014/main" xmlns="" id="{555A7484-F016-463A-8217-64F8F1A4BCF8}"/>
              </a:ext>
            </a:extLst>
          </p:cNvPr>
          <p:cNvPicPr>
            <a:picLocks noChangeAspect="1"/>
          </p:cNvPicPr>
          <p:nvPr/>
        </p:nvPicPr>
        <p:blipFill>
          <a:blip r:embed="rId175">
            <a:biLevel thresh="75000"/>
            <a:extLst>
              <a:ext uri="{96DAC541-7B7A-43D3-8B79-37D633B846F1}">
                <asvg:svgBlip xmlns:asvg="http://schemas.microsoft.com/office/drawing/2016/SVG/main" xmlns="" r:embed="rId176"/>
              </a:ext>
            </a:extLst>
          </a:blip>
          <a:stretch>
            <a:fillRect/>
          </a:stretch>
        </p:blipFill>
        <p:spPr>
          <a:xfrm>
            <a:off x="7312106" y="2980190"/>
            <a:ext cx="324000" cy="324000"/>
          </a:xfrm>
          <a:prstGeom prst="rect">
            <a:avLst/>
          </a:prstGeom>
        </p:spPr>
      </p:pic>
      <p:pic>
        <p:nvPicPr>
          <p:cNvPr id="94" name="Graphic 1010">
            <a:extLst>
              <a:ext uri="{FF2B5EF4-FFF2-40B4-BE49-F238E27FC236}">
                <a16:creationId xmlns:a16="http://schemas.microsoft.com/office/drawing/2014/main" xmlns="" id="{819E9FA3-F4DC-4746-97A9-9D366E33A8F1}"/>
              </a:ext>
            </a:extLst>
          </p:cNvPr>
          <p:cNvPicPr>
            <a:picLocks noChangeAspect="1"/>
          </p:cNvPicPr>
          <p:nvPr/>
        </p:nvPicPr>
        <p:blipFill>
          <a:blip r:embed="rId177">
            <a:biLevel thresh="75000"/>
            <a:extLst>
              <a:ext uri="{96DAC541-7B7A-43D3-8B79-37D633B846F1}">
                <asvg:svgBlip xmlns:asvg="http://schemas.microsoft.com/office/drawing/2016/SVG/main" xmlns="" r:embed="rId178"/>
              </a:ext>
            </a:extLst>
          </a:blip>
          <a:stretch>
            <a:fillRect/>
          </a:stretch>
        </p:blipFill>
        <p:spPr>
          <a:xfrm>
            <a:off x="2527076" y="4691828"/>
            <a:ext cx="331868" cy="331868"/>
          </a:xfrm>
          <a:prstGeom prst="rect">
            <a:avLst/>
          </a:prstGeom>
        </p:spPr>
      </p:pic>
      <p:pic>
        <p:nvPicPr>
          <p:cNvPr id="95" name="Graphic 183">
            <a:extLst>
              <a:ext uri="{FF2B5EF4-FFF2-40B4-BE49-F238E27FC236}">
                <a16:creationId xmlns:a16="http://schemas.microsoft.com/office/drawing/2014/main" xmlns="" id="{7B610EEB-FD6D-4AE6-97EB-BC1898C1756B}"/>
              </a:ext>
            </a:extLst>
          </p:cNvPr>
          <p:cNvPicPr>
            <a:picLocks noChangeAspect="1"/>
          </p:cNvPicPr>
          <p:nvPr/>
        </p:nvPicPr>
        <p:blipFill>
          <a:blip r:embed="rId179">
            <a:biLevel thresh="75000"/>
            <a:extLst>
              <a:ext uri="{96DAC541-7B7A-43D3-8B79-37D633B846F1}">
                <asvg:svgBlip xmlns:asvg="http://schemas.microsoft.com/office/drawing/2016/SVG/main" xmlns="" r:embed="rId180"/>
              </a:ext>
            </a:extLst>
          </a:blip>
          <a:stretch>
            <a:fillRect/>
          </a:stretch>
        </p:blipFill>
        <p:spPr>
          <a:xfrm>
            <a:off x="7290971" y="4690631"/>
            <a:ext cx="334262" cy="334262"/>
          </a:xfrm>
          <a:prstGeom prst="rect">
            <a:avLst/>
          </a:prstGeom>
        </p:spPr>
      </p:pic>
      <p:pic>
        <p:nvPicPr>
          <p:cNvPr id="96" name="Graphic 190">
            <a:extLst>
              <a:ext uri="{FF2B5EF4-FFF2-40B4-BE49-F238E27FC236}">
                <a16:creationId xmlns:a16="http://schemas.microsoft.com/office/drawing/2014/main" xmlns="" id="{A0856AC0-6B5A-443A-8BB4-CCEE944C62A0}"/>
              </a:ext>
            </a:extLst>
          </p:cNvPr>
          <p:cNvPicPr>
            <a:picLocks noChangeAspect="1"/>
          </p:cNvPicPr>
          <p:nvPr/>
        </p:nvPicPr>
        <p:blipFill>
          <a:blip r:embed="rId181">
            <a:biLevel thresh="75000"/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5393672" y="1282923"/>
            <a:ext cx="324000" cy="324000"/>
          </a:xfrm>
          <a:prstGeom prst="rect">
            <a:avLst/>
          </a:prstGeom>
        </p:spPr>
      </p:pic>
      <p:pic>
        <p:nvPicPr>
          <p:cNvPr id="97" name="Graphic 192">
            <a:extLst>
              <a:ext uri="{FF2B5EF4-FFF2-40B4-BE49-F238E27FC236}">
                <a16:creationId xmlns:a16="http://schemas.microsoft.com/office/drawing/2014/main" xmlns="" id="{AB6BC29D-EBD3-4070-BB3C-6370077C5F98}"/>
              </a:ext>
            </a:extLst>
          </p:cNvPr>
          <p:cNvPicPr>
            <a:picLocks noChangeAspect="1"/>
          </p:cNvPicPr>
          <p:nvPr/>
        </p:nvPicPr>
        <p:blipFill>
          <a:blip r:embed="rId182">
            <a:biLevel thresh="75000"/>
            <a:extLst>
              <a:ext uri="{96DAC541-7B7A-43D3-8B79-37D633B846F1}">
                <asvg:svgBlip xmlns:asvg="http://schemas.microsoft.com/office/drawing/2016/SVG/main" xmlns="" r:embed="rId183"/>
              </a:ext>
            </a:extLst>
          </a:blip>
          <a:stretch>
            <a:fillRect/>
          </a:stretch>
        </p:blipFill>
        <p:spPr>
          <a:xfrm>
            <a:off x="9227032" y="1282923"/>
            <a:ext cx="324000" cy="324000"/>
          </a:xfrm>
          <a:prstGeom prst="rect">
            <a:avLst/>
          </a:prstGeom>
        </p:spPr>
      </p:pic>
      <p:pic>
        <p:nvPicPr>
          <p:cNvPr id="98" name="Graphic 193">
            <a:extLst>
              <a:ext uri="{FF2B5EF4-FFF2-40B4-BE49-F238E27FC236}">
                <a16:creationId xmlns:a16="http://schemas.microsoft.com/office/drawing/2014/main" xmlns="" id="{32970ACD-D64F-47CB-B8FC-36381BF3BF0F}"/>
              </a:ext>
            </a:extLst>
          </p:cNvPr>
          <p:cNvPicPr>
            <a:picLocks noChangeAspect="1"/>
          </p:cNvPicPr>
          <p:nvPr/>
        </p:nvPicPr>
        <p:blipFill>
          <a:blip r:embed="rId184">
            <a:biLevel thresh="75000"/>
            <a:extLst>
              <a:ext uri="{96DAC541-7B7A-43D3-8B79-37D633B846F1}">
                <asvg:svgBlip xmlns:asvg="http://schemas.microsoft.com/office/drawing/2016/SVG/main" xmlns="" r:embed="rId185"/>
              </a:ext>
            </a:extLst>
          </a:blip>
          <a:stretch>
            <a:fillRect/>
          </a:stretch>
        </p:blipFill>
        <p:spPr>
          <a:xfrm>
            <a:off x="11143714" y="1282923"/>
            <a:ext cx="324000" cy="324000"/>
          </a:xfrm>
          <a:prstGeom prst="rect">
            <a:avLst/>
          </a:prstGeom>
        </p:spPr>
      </p:pic>
      <p:pic>
        <p:nvPicPr>
          <p:cNvPr id="99" name="Graphic 194">
            <a:extLst>
              <a:ext uri="{FF2B5EF4-FFF2-40B4-BE49-F238E27FC236}">
                <a16:creationId xmlns:a16="http://schemas.microsoft.com/office/drawing/2014/main" xmlns="" id="{18306A38-8D07-4F8E-AFCD-491CC54763BA}"/>
              </a:ext>
            </a:extLst>
          </p:cNvPr>
          <p:cNvPicPr>
            <a:picLocks noChangeAspect="1"/>
          </p:cNvPicPr>
          <p:nvPr/>
        </p:nvPicPr>
        <p:blipFill>
          <a:blip r:embed="rId186">
            <a:biLevel thresh="75000"/>
            <a:extLst>
              <a:ext uri="{96DAC541-7B7A-43D3-8B79-37D633B846F1}">
                <asvg:svgBlip xmlns:asvg="http://schemas.microsoft.com/office/drawing/2016/SVG/main" xmlns="" r:embed="rId187"/>
              </a:ext>
            </a:extLst>
          </a:blip>
          <a:stretch>
            <a:fillRect/>
          </a:stretch>
        </p:blipFill>
        <p:spPr>
          <a:xfrm>
            <a:off x="8268692" y="1282923"/>
            <a:ext cx="324000" cy="324000"/>
          </a:xfrm>
          <a:prstGeom prst="rect">
            <a:avLst/>
          </a:prstGeom>
        </p:spPr>
      </p:pic>
      <p:pic>
        <p:nvPicPr>
          <p:cNvPr id="100" name="Graphic 201">
            <a:extLst>
              <a:ext uri="{FF2B5EF4-FFF2-40B4-BE49-F238E27FC236}">
                <a16:creationId xmlns:a16="http://schemas.microsoft.com/office/drawing/2014/main" xmlns="" id="{C71C2541-5529-47AA-9B23-3CB140C33858}"/>
              </a:ext>
            </a:extLst>
          </p:cNvPr>
          <p:cNvPicPr>
            <a:picLocks noChangeAspect="1"/>
          </p:cNvPicPr>
          <p:nvPr/>
        </p:nvPicPr>
        <p:blipFill>
          <a:blip r:embed="rId188">
            <a:biLevel thresh="75000"/>
            <a:extLst>
              <a:ext uri="{96DAC541-7B7A-43D3-8B79-37D633B846F1}">
                <asvg:svgBlip xmlns:asvg="http://schemas.microsoft.com/office/drawing/2016/SVG/main" xmlns="" r:embed="rId51"/>
              </a:ext>
            </a:extLst>
          </a:blip>
          <a:stretch>
            <a:fillRect/>
          </a:stretch>
        </p:blipFill>
        <p:spPr>
          <a:xfrm>
            <a:off x="7310352" y="1282923"/>
            <a:ext cx="324000" cy="324000"/>
          </a:xfrm>
          <a:prstGeom prst="rect">
            <a:avLst/>
          </a:prstGeom>
        </p:spPr>
      </p:pic>
      <p:pic>
        <p:nvPicPr>
          <p:cNvPr id="101" name="Graphic 202">
            <a:extLst>
              <a:ext uri="{FF2B5EF4-FFF2-40B4-BE49-F238E27FC236}">
                <a16:creationId xmlns:a16="http://schemas.microsoft.com/office/drawing/2014/main" xmlns="" id="{9C847D55-5E2D-4E1B-9299-987F21689AB6}"/>
              </a:ext>
            </a:extLst>
          </p:cNvPr>
          <p:cNvPicPr>
            <a:picLocks noChangeAspect="1"/>
          </p:cNvPicPr>
          <p:nvPr/>
        </p:nvPicPr>
        <p:blipFill>
          <a:blip r:embed="rId189">
            <a:biLevel thresh="75000"/>
            <a:extLst>
              <a:ext uri="{96DAC541-7B7A-43D3-8B79-37D633B846F1}">
                <asvg:svgBlip xmlns:asvg="http://schemas.microsoft.com/office/drawing/2016/SVG/main" xmlns="" r:embed="rId190"/>
              </a:ext>
            </a:extLst>
          </a:blip>
          <a:stretch>
            <a:fillRect/>
          </a:stretch>
        </p:blipFill>
        <p:spPr>
          <a:xfrm>
            <a:off x="10185372" y="1282923"/>
            <a:ext cx="324000" cy="324000"/>
          </a:xfrm>
          <a:prstGeom prst="rect">
            <a:avLst/>
          </a:prstGeom>
        </p:spPr>
      </p:pic>
      <p:pic>
        <p:nvPicPr>
          <p:cNvPr id="102" name="Graphic 257">
            <a:extLst>
              <a:ext uri="{FF2B5EF4-FFF2-40B4-BE49-F238E27FC236}">
                <a16:creationId xmlns:a16="http://schemas.microsoft.com/office/drawing/2014/main" xmlns="" id="{F89C864A-E492-45EA-8B27-591C38DC96BA}"/>
              </a:ext>
            </a:extLst>
          </p:cNvPr>
          <p:cNvPicPr>
            <a:picLocks noChangeAspect="1"/>
          </p:cNvPicPr>
          <p:nvPr/>
        </p:nvPicPr>
        <p:blipFill>
          <a:blip r:embed="rId191">
            <a:biLevel thresh="75000"/>
            <a:extLst>
              <a:ext uri="{96DAC541-7B7A-43D3-8B79-37D633B846F1}">
                <asvg:svgBlip xmlns:asvg="http://schemas.microsoft.com/office/drawing/2016/SVG/main" xmlns="" r:embed="rId192"/>
              </a:ext>
            </a:extLst>
          </a:blip>
          <a:stretch>
            <a:fillRect/>
          </a:stretch>
        </p:blipFill>
        <p:spPr>
          <a:xfrm>
            <a:off x="11161246" y="3849770"/>
            <a:ext cx="288937" cy="288937"/>
          </a:xfrm>
          <a:prstGeom prst="rect">
            <a:avLst/>
          </a:prstGeom>
        </p:spPr>
      </p:pic>
      <p:pic>
        <p:nvPicPr>
          <p:cNvPr id="103" name="Graphic 264">
            <a:extLst>
              <a:ext uri="{FF2B5EF4-FFF2-40B4-BE49-F238E27FC236}">
                <a16:creationId xmlns:a16="http://schemas.microsoft.com/office/drawing/2014/main" xmlns="" id="{F8CCB9E9-A7ED-4CD6-AF0D-2026FE037406}"/>
              </a:ext>
            </a:extLst>
          </p:cNvPr>
          <p:cNvPicPr>
            <a:picLocks noChangeAspect="1"/>
          </p:cNvPicPr>
          <p:nvPr/>
        </p:nvPicPr>
        <p:blipFill>
          <a:blip r:embed="rId193">
            <a:biLevel thresh="75000"/>
            <a:extLst>
              <a:ext uri="{96DAC541-7B7A-43D3-8B79-37D633B846F1}">
                <asvg:svgBlip xmlns:asvg="http://schemas.microsoft.com/office/drawing/2016/SVG/main" xmlns="" r:embed="rId194"/>
              </a:ext>
            </a:extLst>
          </a:blip>
          <a:stretch>
            <a:fillRect/>
          </a:stretch>
        </p:blipFill>
        <p:spPr>
          <a:xfrm>
            <a:off x="8277378" y="3832238"/>
            <a:ext cx="324000" cy="324000"/>
          </a:xfrm>
          <a:prstGeom prst="rect">
            <a:avLst/>
          </a:prstGeom>
        </p:spPr>
      </p:pic>
      <p:pic>
        <p:nvPicPr>
          <p:cNvPr id="104" name="Graphic 265">
            <a:extLst>
              <a:ext uri="{FF2B5EF4-FFF2-40B4-BE49-F238E27FC236}">
                <a16:creationId xmlns:a16="http://schemas.microsoft.com/office/drawing/2014/main" xmlns="" id="{5A9726DD-2FD9-43EC-BE17-EB65A02CA5E9}"/>
              </a:ext>
            </a:extLst>
          </p:cNvPr>
          <p:cNvPicPr>
            <a:picLocks noChangeAspect="1"/>
          </p:cNvPicPr>
          <p:nvPr/>
        </p:nvPicPr>
        <p:blipFill>
          <a:blip r:embed="rId195">
            <a:biLevel thresh="75000"/>
            <a:extLst>
              <a:ext uri="{96DAC541-7B7A-43D3-8B79-37D633B846F1}">
                <asvg:svgBlip xmlns:asvg="http://schemas.microsoft.com/office/drawing/2016/SVG/main" xmlns="" r:embed="rId137"/>
              </a:ext>
            </a:extLst>
          </a:blip>
          <a:stretch>
            <a:fillRect/>
          </a:stretch>
        </p:blipFill>
        <p:spPr>
          <a:xfrm>
            <a:off x="601972" y="1282923"/>
            <a:ext cx="324000" cy="324000"/>
          </a:xfrm>
          <a:prstGeom prst="rect">
            <a:avLst/>
          </a:prstGeom>
        </p:spPr>
      </p:pic>
      <p:pic>
        <p:nvPicPr>
          <p:cNvPr id="105" name="Graphic 243">
            <a:extLst>
              <a:ext uri="{FF2B5EF4-FFF2-40B4-BE49-F238E27FC236}">
                <a16:creationId xmlns:a16="http://schemas.microsoft.com/office/drawing/2014/main" xmlns="" id="{D881DDEF-A7AC-4B12-A2D1-1DDEB60101A6}"/>
              </a:ext>
            </a:extLst>
          </p:cNvPr>
          <p:cNvPicPr>
            <a:picLocks noChangeAspect="1"/>
          </p:cNvPicPr>
          <p:nvPr/>
        </p:nvPicPr>
        <p:blipFill>
          <a:blip r:embed="rId196">
            <a:biLevel thresh="75000"/>
            <a:extLst>
              <a:ext uri="{96DAC541-7B7A-43D3-8B79-37D633B846F1}">
                <asvg:svgBlip xmlns:asvg="http://schemas.microsoft.com/office/drawing/2016/SVG/main" xmlns="" r:embed="rId197"/>
              </a:ext>
            </a:extLst>
          </a:blip>
          <a:stretch>
            <a:fillRect/>
          </a:stretch>
        </p:blipFill>
        <p:spPr>
          <a:xfrm>
            <a:off x="2533380" y="2120627"/>
            <a:ext cx="324000" cy="324000"/>
          </a:xfrm>
          <a:prstGeom prst="rect">
            <a:avLst/>
          </a:prstGeom>
        </p:spPr>
      </p:pic>
      <p:pic>
        <p:nvPicPr>
          <p:cNvPr id="106" name="Graphic 258">
            <a:extLst>
              <a:ext uri="{FF2B5EF4-FFF2-40B4-BE49-F238E27FC236}">
                <a16:creationId xmlns:a16="http://schemas.microsoft.com/office/drawing/2014/main" xmlns="" id="{73807518-FF18-45F9-B907-264FE264F18D}"/>
              </a:ext>
            </a:extLst>
          </p:cNvPr>
          <p:cNvPicPr>
            <a:picLocks noChangeAspect="1"/>
          </p:cNvPicPr>
          <p:nvPr/>
        </p:nvPicPr>
        <p:blipFill>
          <a:blip r:embed="rId198">
            <a:biLevel thresh="75000"/>
            <a:extLst>
              <a:ext uri="{96DAC541-7B7A-43D3-8B79-37D633B846F1}">
                <asvg:svgBlip xmlns:asvg="http://schemas.microsoft.com/office/drawing/2016/SVG/main" xmlns="" r:embed="rId129"/>
              </a:ext>
            </a:extLst>
          </a:blip>
          <a:stretch>
            <a:fillRect/>
          </a:stretch>
        </p:blipFill>
        <p:spPr>
          <a:xfrm>
            <a:off x="6352012" y="1282923"/>
            <a:ext cx="324000" cy="324000"/>
          </a:xfrm>
          <a:prstGeom prst="rect">
            <a:avLst/>
          </a:prstGeom>
        </p:spPr>
      </p:pic>
      <p:pic>
        <p:nvPicPr>
          <p:cNvPr id="107" name="Graphic 940">
            <a:extLst>
              <a:ext uri="{FF2B5EF4-FFF2-40B4-BE49-F238E27FC236}">
                <a16:creationId xmlns:a16="http://schemas.microsoft.com/office/drawing/2014/main" xmlns="" id="{C268C106-2FF9-491C-9407-EBC9C46322F9}"/>
              </a:ext>
            </a:extLst>
          </p:cNvPr>
          <p:cNvPicPr>
            <a:picLocks noChangeAspect="1"/>
          </p:cNvPicPr>
          <p:nvPr/>
        </p:nvPicPr>
        <p:blipFill>
          <a:blip r:embed="rId199">
            <a:biLevel thresh="75000"/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438403" y="2980190"/>
            <a:ext cx="324000" cy="324000"/>
          </a:xfrm>
          <a:prstGeom prst="rect">
            <a:avLst/>
          </a:prstGeom>
        </p:spPr>
      </p:pic>
      <p:pic>
        <p:nvPicPr>
          <p:cNvPr id="108" name="Graphic 942">
            <a:extLst>
              <a:ext uri="{FF2B5EF4-FFF2-40B4-BE49-F238E27FC236}">
                <a16:creationId xmlns:a16="http://schemas.microsoft.com/office/drawing/2014/main" xmlns="" id="{CA590801-0AAE-4975-B519-074AE07B7211}"/>
              </a:ext>
            </a:extLst>
          </p:cNvPr>
          <p:cNvPicPr>
            <a:picLocks noChangeAspect="1"/>
          </p:cNvPicPr>
          <p:nvPr/>
        </p:nvPicPr>
        <p:blipFill>
          <a:blip r:embed="rId200">
            <a:biLevel thresh="75000"/>
            <a:extLst>
              <a:ext uri="{96DAC541-7B7A-43D3-8B79-37D633B846F1}">
                <asvg:svgBlip xmlns:asvg="http://schemas.microsoft.com/office/drawing/2016/SVG/main" xmlns="" r:embed="rId201"/>
              </a:ext>
            </a:extLst>
          </a:blip>
          <a:stretch>
            <a:fillRect/>
          </a:stretch>
        </p:blipFill>
        <p:spPr>
          <a:xfrm>
            <a:off x="3480502" y="2980190"/>
            <a:ext cx="324000" cy="324000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A0B3D81B-20DA-47E6-B5DF-1C4938B61E82}"/>
              </a:ext>
            </a:extLst>
          </p:cNvPr>
          <p:cNvSpPr txBox="1"/>
          <p:nvPr/>
        </p:nvSpPr>
        <p:spPr>
          <a:xfrm>
            <a:off x="8576472" y="511491"/>
            <a:ext cx="3290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Д</a:t>
            </a:r>
            <a:r>
              <a:rPr lang="ru-RU" sz="1050" dirty="0" smtClean="0">
                <a:solidFill>
                  <a:schemeClr val="bg1">
                    <a:lumMod val="50000"/>
                  </a:schemeClr>
                </a:solidFill>
                <a:latin typeface="Fedra Sans Pro" panose="020B0504040000020004" pitchFamily="34" charset="0"/>
                <a:cs typeface="Arial" panose="020B0604020202020204" pitchFamily="34" charset="0"/>
              </a:rPr>
              <a:t>опускается только черный контур иконок </a:t>
            </a:r>
            <a:endParaRPr lang="ru-RU" sz="1050" dirty="0">
              <a:solidFill>
                <a:schemeClr val="bg1">
                  <a:lumMod val="50000"/>
                </a:schemeClr>
              </a:solidFill>
              <a:latin typeface="Fedra Sans Pro" panose="020B050404000002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2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АКЦЕНТНЫЙ ИЛИ РАЗДЕЛИТЕЛЬНЫЙ СЛАЙД 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/ </a:t>
            </a:r>
            <a:r>
              <a:rPr lang="ru-RU" smtClean="0"/>
              <a:t>Название презентации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C6043-E933-254F-AF58-BD9BDD4CBC0E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578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ИУ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74489"/>
      </a:accent1>
      <a:accent2>
        <a:srgbClr val="007EB2"/>
      </a:accent2>
      <a:accent3>
        <a:srgbClr val="4F5356"/>
      </a:accent3>
      <a:accent4>
        <a:srgbClr val="119BAF"/>
      </a:accent4>
      <a:accent5>
        <a:srgbClr val="68243A"/>
      </a:accent5>
      <a:accent6>
        <a:srgbClr val="42BC98"/>
      </a:accent6>
      <a:hlink>
        <a:srgbClr val="CBCFCE"/>
      </a:hlink>
      <a:folHlink>
        <a:srgbClr val="954F72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9050">
          <a:solidFill>
            <a:srgbClr val="9460A4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latin typeface="Montserrat" panose="00000500000000000000" pitchFamily="2" charset="-52"/>
            <a:ea typeface="Fedra Sans Alt Pro Light" charset="0"/>
            <a:cs typeface="Fedra Sans Alt Pro Light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6704</TotalTime>
  <Words>1542</Words>
  <Application>Microsoft Office PowerPoint</Application>
  <PresentationFormat>Произвольный</PresentationFormat>
  <Paragraphs>506</Paragraphs>
  <Slides>29</Slides>
  <Notes>20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ЗАГОЛОВОК ПРОПИСНЫМИ БУКВАМИ</vt:lpstr>
      <vt:lpstr>РАБОТА С ПРЕЗЕНТАЦИЕЙ </vt:lpstr>
      <vt:lpstr>АКЦЕНТНЫЕ ЦИФРЫ. ВАРИАНТ 1</vt:lpstr>
      <vt:lpstr>АКЦЕНТНЫЕ ЦИФРЫ. ВАРИАНТ 2</vt:lpstr>
      <vt:lpstr>АКЦЕНТНЫЕ ЦИФРЫ. ВАРИАНТ 3</vt:lpstr>
      <vt:lpstr>АКЦЕНТНЫЕ ЦИФРЫ. ВАРИАНТ 4</vt:lpstr>
      <vt:lpstr>АКЦЕНТНЫЕ ЦИФРЫ И ФОТО. ВАРИАНТ 5</vt:lpstr>
      <vt:lpstr>ФОТО. ВАРИАНТ 1</vt:lpstr>
      <vt:lpstr>ФОТО. ВАРИАНТ 2</vt:lpstr>
      <vt:lpstr>ФОТО. ВАРИАНТ 3</vt:lpstr>
      <vt:lpstr>ФОТО. ВАРИАНТ 4</vt:lpstr>
      <vt:lpstr>БЛОКИ С ИНФОРМАЦИЕЙ. ВАРИАНТ 1</vt:lpstr>
      <vt:lpstr>БЛОКИ С ИНФОРМАЦИЕЙ. ВАРИАНТ 2 </vt:lpstr>
      <vt:lpstr>БЛОКИ С ИНФОРМАЦИЕЙ. ВАРИАНТ 3</vt:lpstr>
      <vt:lpstr>БЛОКИ С ИНФОРМАЦИЕЙ. ВАРИАНТ 4</vt:lpstr>
      <vt:lpstr>БЛОКИ С ИНФОРМАЦИЕЙ. ВАРИАНТ 5</vt:lpstr>
      <vt:lpstr>БЛОКИ С ИНФОРМАЦИЕЙ. ВАРИАНТ 6</vt:lpstr>
      <vt:lpstr>ТАЙМЛАЙН. ВАРИАНТ 1</vt:lpstr>
      <vt:lpstr>ТАЙМЛАЙН. ВАРИАНТ 2</vt:lpstr>
      <vt:lpstr>ГЕОГРАФИЯ. ВАРИАНТ 1</vt:lpstr>
      <vt:lpstr>ГЕОГРАФИЯ. ВАРИАНТ 2</vt:lpstr>
      <vt:lpstr>ЦЕЛЬ И ЗАДАЧИ</vt:lpstr>
      <vt:lpstr>ТАБЛИЦА. ВАРИАНТ 1</vt:lpstr>
      <vt:lpstr>ТАБЛИЦА. ВАРИАНТ 2</vt:lpstr>
      <vt:lpstr>ГРАФИКИ. ВАРИАНТ 1</vt:lpstr>
      <vt:lpstr>ГРАФИКИ. ВАРИАНТ 2</vt:lpstr>
      <vt:lpstr>ВАРИАНТ РАЗМЕЩЕНИЯ ЛОГОТИПОВ</vt:lpstr>
      <vt:lpstr>ИКОНКИ</vt:lpstr>
      <vt:lpstr>АКЦЕНТНЫЙ ИЛИ РАЗДЕЛИТЕЛЬНЫЙ СЛАЙД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Microsoft Office</dc:creator>
  <cp:lastModifiedBy>Кулемина Алёна Александровна</cp:lastModifiedBy>
  <cp:revision>188</cp:revision>
  <cp:lastPrinted>2021-05-14T10:36:39Z</cp:lastPrinted>
  <dcterms:created xsi:type="dcterms:W3CDTF">2021-05-14T09:45:42Z</dcterms:created>
  <dcterms:modified xsi:type="dcterms:W3CDTF">2024-11-30T04:58:59Z</dcterms:modified>
</cp:coreProperties>
</file>